
<file path=[Content_Types].xml><?xml version="1.0" encoding="utf-8"?>
<Types xmlns="http://schemas.openxmlformats.org/package/2006/content-types">
  <Default Extension="png" ContentType="image/png"/>
  <Default Extension="jfif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0"/>
  </p:notesMasterIdLst>
  <p:sldIdLst>
    <p:sldId id="256" r:id="rId2"/>
    <p:sldId id="271" r:id="rId3"/>
    <p:sldId id="276" r:id="rId4"/>
    <p:sldId id="289" r:id="rId5"/>
    <p:sldId id="258" r:id="rId6"/>
    <p:sldId id="260" r:id="rId7"/>
    <p:sldId id="261" r:id="rId8"/>
    <p:sldId id="262" r:id="rId9"/>
    <p:sldId id="302" r:id="rId10"/>
    <p:sldId id="272" r:id="rId11"/>
    <p:sldId id="294" r:id="rId12"/>
    <p:sldId id="295" r:id="rId13"/>
    <p:sldId id="296" r:id="rId14"/>
    <p:sldId id="297" r:id="rId15"/>
    <p:sldId id="298" r:id="rId16"/>
    <p:sldId id="299" r:id="rId17"/>
    <p:sldId id="305" r:id="rId18"/>
    <p:sldId id="300" r:id="rId19"/>
    <p:sldId id="301" r:id="rId20"/>
    <p:sldId id="303" r:id="rId21"/>
    <p:sldId id="304" r:id="rId22"/>
    <p:sldId id="284" r:id="rId23"/>
    <p:sldId id="306" r:id="rId24"/>
    <p:sldId id="307" r:id="rId25"/>
    <p:sldId id="314" r:id="rId26"/>
    <p:sldId id="264" r:id="rId27"/>
    <p:sldId id="312" r:id="rId28"/>
    <p:sldId id="311" r:id="rId29"/>
  </p:sldIdLst>
  <p:sldSz cx="9144000" cy="5143500" type="screen16x9"/>
  <p:notesSz cx="6858000" cy="9144000"/>
  <p:embeddedFontLst>
    <p:embeddedFont>
      <p:font typeface="Albert Sans" panose="020B0604020202020204" charset="0"/>
      <p:regular r:id="rId31"/>
      <p:bold r:id="rId32"/>
      <p:italic r:id="rId33"/>
      <p:boldItalic r:id="rId34"/>
    </p:embeddedFont>
    <p:embeddedFont>
      <p:font typeface="Algerian" panose="04020705040A02060702" pitchFamily="82" charset="0"/>
      <p:regular r:id="rId35"/>
    </p:embeddedFont>
    <p:embeddedFont>
      <p:font typeface="Questrial" panose="020B0604020202020204" charset="0"/>
      <p:regular r:id="rId36"/>
    </p:embeddedFont>
    <p:embeddedFont>
      <p:font typeface="Anaheim" panose="020B0604020202020204" charset="0"/>
      <p:regular r:id="rId37"/>
      <p:bold r:id="rId38"/>
    </p:embeddedFont>
    <p:embeddedFont>
      <p:font typeface="Bahnschrift SemiBold" panose="020B0502040204020203" pitchFamily="34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980" userDrawn="1">
          <p15:clr>
            <a:srgbClr val="A4A3A4"/>
          </p15:clr>
        </p15:guide>
        <p15:guide id="4" pos="3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49C236-EA8B-47EC-A0F8-944C6FDD07A4}">
  <a:tblStyle styleId="{5E49C236-EA8B-47EC-A0F8-944C6FDD07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7DE590-D11B-4291-A00A-08F9834A571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7" autoAdjust="0"/>
  </p:normalViewPr>
  <p:slideViewPr>
    <p:cSldViewPr snapToGrid="0">
      <p:cViewPr varScale="1">
        <p:scale>
          <a:sx n="116" d="100"/>
          <a:sy n="116" d="100"/>
        </p:scale>
        <p:origin x="490" y="67"/>
      </p:cViewPr>
      <p:guideLst>
        <p:guide orient="horz" pos="1620"/>
        <p:guide pos="2880"/>
        <p:guide pos="2980"/>
        <p:guide pos="3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90176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517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54dda1946d_6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54dda1946d_6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4243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989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845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807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838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0376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213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968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6987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344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941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957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765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93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3351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833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16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1632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915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3891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4122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6453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4178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38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11850"/>
            <a:ext cx="4708200" cy="23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13150"/>
            <a:ext cx="4708200" cy="41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6500950" y="539500"/>
            <a:ext cx="1929900" cy="457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7697" y="-361624"/>
            <a:ext cx="9810337" cy="1466543"/>
            <a:chOff x="-237697" y="-361624"/>
            <a:chExt cx="9810337" cy="146654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" name="Google Shape;20;p2"/>
            <p:cNvSpPr/>
            <p:nvPr/>
          </p:nvSpPr>
          <p:spPr>
            <a:xfrm>
              <a:off x="8830749" y="44251"/>
              <a:ext cx="741890" cy="642509"/>
            </a:xfrm>
            <a:custGeom>
              <a:avLst/>
              <a:gdLst/>
              <a:ahLst/>
              <a:cxnLst/>
              <a:rect l="l" t="t" r="r" b="b"/>
              <a:pathLst>
                <a:path w="15184" h="13150" extrusionOk="0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t="18966" b="18972"/>
          <a:stretch/>
        </p:blipFill>
        <p:spPr>
          <a:xfrm>
            <a:off x="124825" y="4026854"/>
            <a:ext cx="1695600" cy="10523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666225" y="-114350"/>
            <a:ext cx="2735297" cy="5581292"/>
            <a:chOff x="6666225" y="-114350"/>
            <a:chExt cx="2735297" cy="5581292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7148219" y="4287222"/>
              <a:ext cx="2253303" cy="1179720"/>
              <a:chOff x="7319525" y="4220750"/>
              <a:chExt cx="2119758" cy="1109803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7319525" y="4509915"/>
                <a:ext cx="613585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323586" y="4509915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825617" y="4220750"/>
                <a:ext cx="613666" cy="53135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49" extrusionOk="0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7821556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8825617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3"/>
            <p:cNvGrpSpPr/>
            <p:nvPr/>
          </p:nvGrpSpPr>
          <p:grpSpPr>
            <a:xfrm>
              <a:off x="6666225" y="-114350"/>
              <a:ext cx="2230134" cy="863394"/>
              <a:chOff x="6666225" y="-114350"/>
              <a:chExt cx="2230134" cy="863394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7194377" y="189919"/>
                <a:ext cx="645595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6666225" y="-114350"/>
                <a:ext cx="645552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7722613" y="-114350"/>
                <a:ext cx="645595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8250807" y="189919"/>
                <a:ext cx="645552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3943350" y="2343900"/>
            <a:ext cx="4487400" cy="9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title" idx="2" hasCustomPrompt="1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1"/>
          </p:nvPr>
        </p:nvSpPr>
        <p:spPr>
          <a:xfrm>
            <a:off x="3943350" y="3303900"/>
            <a:ext cx="4487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sz="33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1"/>
          </p:nvPr>
        </p:nvSpPr>
        <p:spPr>
          <a:xfrm>
            <a:off x="5055284" y="369521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2"/>
          </p:nvPr>
        </p:nvSpPr>
        <p:spPr>
          <a:xfrm>
            <a:off x="1583300" y="369521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3"/>
          </p:nvPr>
        </p:nvSpPr>
        <p:spPr>
          <a:xfrm>
            <a:off x="5055275" y="3301400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4"/>
          </p:nvPr>
        </p:nvSpPr>
        <p:spPr>
          <a:xfrm>
            <a:off x="1583075" y="3301400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>
            <a:off x="-135035" y="-218744"/>
            <a:ext cx="9767649" cy="5560568"/>
            <a:chOff x="-135035" y="-218744"/>
            <a:chExt cx="9767649" cy="5560568"/>
          </a:xfrm>
        </p:grpSpPr>
        <p:grpSp>
          <p:nvGrpSpPr>
            <p:cNvPr id="62" name="Google Shape;62;p5"/>
            <p:cNvGrpSpPr/>
            <p:nvPr/>
          </p:nvGrpSpPr>
          <p:grpSpPr>
            <a:xfrm rot="10800000">
              <a:off x="8463175" y="3572201"/>
              <a:ext cx="1169438" cy="1769623"/>
              <a:chOff x="-237723" y="-361624"/>
              <a:chExt cx="1169438" cy="1769623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 rot="10800000">
              <a:off x="2" y="4022326"/>
              <a:ext cx="785989" cy="1163348"/>
              <a:chOff x="8694225" y="86051"/>
              <a:chExt cx="785989" cy="1163348"/>
            </a:xfrm>
          </p:grpSpPr>
          <p:sp>
            <p:nvSpPr>
              <p:cNvPr id="69" name="Google Shape;69;p5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" name="Google Shape;71;p5"/>
            <p:cNvSpPr/>
            <p:nvPr/>
          </p:nvSpPr>
          <p:spPr>
            <a:xfrm rot="10800000" flipH="1">
              <a:off x="8345788" y="99301"/>
              <a:ext cx="643156" cy="556959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-5400000" flipH="1">
              <a:off x="125040" y="-478819"/>
              <a:ext cx="643199" cy="1163348"/>
              <a:chOff x="8529877" y="4094470"/>
              <a:chExt cx="643199" cy="1163348"/>
            </a:xfrm>
          </p:grpSpPr>
          <p:sp>
            <p:nvSpPr>
              <p:cNvPr id="73" name="Google Shape;73;p5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lbert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97" name="Google Shape;97;p7"/>
          <p:cNvGrpSpPr/>
          <p:nvPr/>
        </p:nvGrpSpPr>
        <p:grpSpPr>
          <a:xfrm flipH="1">
            <a:off x="-430889" y="-387790"/>
            <a:ext cx="9803778" cy="5731850"/>
            <a:chOff x="-372485" y="-387790"/>
            <a:chExt cx="9803778" cy="5731850"/>
          </a:xfrm>
        </p:grpSpPr>
        <p:grpSp>
          <p:nvGrpSpPr>
            <p:cNvPr id="98" name="Google Shape;98;p7"/>
            <p:cNvGrpSpPr/>
            <p:nvPr/>
          </p:nvGrpSpPr>
          <p:grpSpPr>
            <a:xfrm>
              <a:off x="-248197" y="1518519"/>
              <a:ext cx="9679490" cy="3825525"/>
              <a:chOff x="-248197" y="1518519"/>
              <a:chExt cx="9679490" cy="38255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-248197" y="4803664"/>
                <a:ext cx="623992" cy="540380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8098" extrusionOk="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8"/>
                    </a:lnTo>
                    <a:lnTo>
                      <a:pt x="7013" y="8098"/>
                    </a:lnTo>
                    <a:lnTo>
                      <a:pt x="9350" y="4049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1799997">
                <a:off x="8714100" y="1638310"/>
                <a:ext cx="623927" cy="540247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6"/>
                    </a:lnTo>
                    <a:lnTo>
                      <a:pt x="7012" y="8096"/>
                    </a:lnTo>
                    <a:lnTo>
                      <a:pt x="9349" y="4049"/>
                    </a:lnTo>
                    <a:lnTo>
                      <a:pt x="70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" name="Google Shape;101;p7"/>
            <p:cNvGrpSpPr/>
            <p:nvPr/>
          </p:nvGrpSpPr>
          <p:grpSpPr>
            <a:xfrm>
              <a:off x="-372485" y="-387790"/>
              <a:ext cx="9745373" cy="5731850"/>
              <a:chOff x="-372485" y="-387790"/>
              <a:chExt cx="9745373" cy="5731850"/>
            </a:xfrm>
          </p:grpSpPr>
          <p:grpSp>
            <p:nvGrpSpPr>
              <p:cNvPr id="102" name="Google Shape;102;p7"/>
              <p:cNvGrpSpPr/>
              <p:nvPr/>
            </p:nvGrpSpPr>
            <p:grpSpPr>
              <a:xfrm>
                <a:off x="8679238" y="3435348"/>
                <a:ext cx="693651" cy="1908712"/>
                <a:chOff x="8679238" y="3435348"/>
                <a:chExt cx="693651" cy="1908712"/>
              </a:xfrm>
            </p:grpSpPr>
            <p:sp>
              <p:nvSpPr>
                <p:cNvPr id="103" name="Google Shape;103;p7"/>
                <p:cNvSpPr/>
                <p:nvPr/>
              </p:nvSpPr>
              <p:spPr>
                <a:xfrm flipH="1">
                  <a:off x="8679238" y="3435348"/>
                  <a:ext cx="693651" cy="600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 flipH="1">
                  <a:off x="8679238" y="4743289"/>
                  <a:ext cx="693651" cy="600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 flipH="1">
                  <a:off x="8679238" y="4089296"/>
                  <a:ext cx="693651" cy="600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2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6" name="Google Shape;106;p7"/>
              <p:cNvGrpSpPr/>
              <p:nvPr/>
            </p:nvGrpSpPr>
            <p:grpSpPr>
              <a:xfrm>
                <a:off x="-372485" y="-387790"/>
                <a:ext cx="1690139" cy="860151"/>
                <a:chOff x="-115310" y="4491735"/>
                <a:chExt cx="1690139" cy="860151"/>
              </a:xfrm>
            </p:grpSpPr>
            <p:sp>
              <p:nvSpPr>
                <p:cNvPr id="107" name="Google Shape;107;p7"/>
                <p:cNvSpPr/>
                <p:nvPr/>
              </p:nvSpPr>
              <p:spPr>
                <a:xfrm>
                  <a:off x="931715" y="4789370"/>
                  <a:ext cx="643114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51" extrusionOk="0">
                      <a:moveTo>
                        <a:pt x="3796" y="0"/>
                      </a:moveTo>
                      <a:lnTo>
                        <a:pt x="0" y="6575"/>
                      </a:lnTo>
                      <a:lnTo>
                        <a:pt x="3796" y="13150"/>
                      </a:lnTo>
                      <a:lnTo>
                        <a:pt x="11387" y="13150"/>
                      </a:lnTo>
                      <a:lnTo>
                        <a:pt x="15183" y="6575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-115310" y="4794927"/>
                  <a:ext cx="643114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49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49"/>
                      </a:lnTo>
                      <a:lnTo>
                        <a:pt x="11387" y="13149"/>
                      </a:lnTo>
                      <a:lnTo>
                        <a:pt x="15183" y="6576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410904" y="4491735"/>
                  <a:ext cx="643199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 hasCustomPrompt="1"/>
          </p:nvPr>
        </p:nvSpPr>
        <p:spPr>
          <a:xfrm>
            <a:off x="3713400" y="1758788"/>
            <a:ext cx="4717500" cy="12141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sz="6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1"/>
          <p:cNvSpPr txBox="1">
            <a:spLocks noGrp="1"/>
          </p:cNvSpPr>
          <p:nvPr>
            <p:ph type="subTitle" idx="1"/>
          </p:nvPr>
        </p:nvSpPr>
        <p:spPr>
          <a:xfrm>
            <a:off x="3713400" y="2973112"/>
            <a:ext cx="47175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50" name="Google Shape;150;p11"/>
          <p:cNvGrpSpPr/>
          <p:nvPr/>
        </p:nvGrpSpPr>
        <p:grpSpPr>
          <a:xfrm flipH="1">
            <a:off x="-85722" y="-348372"/>
            <a:ext cx="9760956" cy="6773014"/>
            <a:chOff x="-1225510" y="-348372"/>
            <a:chExt cx="9760956" cy="6773014"/>
          </a:xfrm>
        </p:grpSpPr>
        <p:grpSp>
          <p:nvGrpSpPr>
            <p:cNvPr id="151" name="Google Shape;151;p11"/>
            <p:cNvGrpSpPr/>
            <p:nvPr/>
          </p:nvGrpSpPr>
          <p:grpSpPr>
            <a:xfrm rot="665584">
              <a:off x="-1031574" y="4004638"/>
              <a:ext cx="2197988" cy="2229381"/>
              <a:chOff x="1722737" y="3368313"/>
              <a:chExt cx="2198024" cy="2229417"/>
            </a:xfrm>
          </p:grpSpPr>
          <p:grpSp>
            <p:nvGrpSpPr>
              <p:cNvPr id="152" name="Google Shape;152;p11"/>
              <p:cNvGrpSpPr/>
              <p:nvPr/>
            </p:nvGrpSpPr>
            <p:grpSpPr>
              <a:xfrm rot="1128166">
                <a:off x="1962052" y="3598183"/>
                <a:ext cx="1719394" cy="1769678"/>
                <a:chOff x="-516942" y="319608"/>
                <a:chExt cx="1719455" cy="1769741"/>
              </a:xfrm>
            </p:grpSpPr>
            <p:sp>
              <p:nvSpPr>
                <p:cNvPr id="153" name="Google Shape;153;p11"/>
                <p:cNvSpPr/>
                <p:nvPr/>
              </p:nvSpPr>
              <p:spPr>
                <a:xfrm>
                  <a:off x="9271" y="925913"/>
                  <a:ext cx="643199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11"/>
                <p:cNvSpPr/>
                <p:nvPr/>
              </p:nvSpPr>
              <p:spPr>
                <a:xfrm>
                  <a:off x="9320" y="1532263"/>
                  <a:ext cx="643114" cy="557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52" extrusionOk="0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11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49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11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0" extrusionOk="0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11"/>
                <p:cNvSpPr/>
                <p:nvPr/>
              </p:nvSpPr>
              <p:spPr>
                <a:xfrm>
                  <a:off x="559356" y="1238603"/>
                  <a:ext cx="643156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4" h="13149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8" name="Google Shape;158;p11"/>
              <p:cNvSpPr/>
              <p:nvPr/>
            </p:nvSpPr>
            <p:spPr>
              <a:xfrm rot="1128234">
                <a:off x="3097584" y="4093405"/>
                <a:ext cx="643170" cy="556977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rot="1128234">
                <a:off x="1895434" y="4313505"/>
                <a:ext cx="643170" cy="556977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11"/>
            <p:cNvSpPr/>
            <p:nvPr/>
          </p:nvSpPr>
          <p:spPr>
            <a:xfrm rot="1800095" flipH="1">
              <a:off x="-845176" y="3198479"/>
              <a:ext cx="643164" cy="556965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-1800021">
              <a:off x="7756622" y="4805409"/>
              <a:ext cx="643112" cy="556920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1"/>
            <p:cNvSpPr/>
            <p:nvPr/>
          </p:nvSpPr>
          <p:spPr>
            <a:xfrm rot="1800021" flipH="1">
              <a:off x="-181236" y="-224900"/>
              <a:ext cx="643112" cy="556920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5">
                <a:alpha val="544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" name="Google Shape;163;p11"/>
            <p:cNvGrpSpPr/>
            <p:nvPr/>
          </p:nvGrpSpPr>
          <p:grpSpPr>
            <a:xfrm>
              <a:off x="7393530" y="-258642"/>
              <a:ext cx="1141915" cy="1311307"/>
              <a:chOff x="7393530" y="-258642"/>
              <a:chExt cx="1141915" cy="1311307"/>
            </a:xfrm>
          </p:grpSpPr>
          <p:sp>
            <p:nvSpPr>
              <p:cNvPr id="164" name="Google Shape;164;p11"/>
              <p:cNvSpPr/>
              <p:nvPr/>
            </p:nvSpPr>
            <p:spPr>
              <a:xfrm rot="1793653">
                <a:off x="7796324" y="-135445"/>
                <a:ext cx="643084" cy="557060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rot="1793653">
                <a:off x="7489533" y="372516"/>
                <a:ext cx="643126" cy="556933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720000" y="542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1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2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3"/>
          </p:nvPr>
        </p:nvSpPr>
        <p:spPr>
          <a:xfrm>
            <a:off x="720000" y="403129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4"/>
          </p:nvPr>
        </p:nvSpPr>
        <p:spPr>
          <a:xfrm>
            <a:off x="3419274" y="403129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5"/>
          </p:nvPr>
        </p:nvSpPr>
        <p:spPr>
          <a:xfrm>
            <a:off x="6118549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6"/>
          </p:nvPr>
        </p:nvSpPr>
        <p:spPr>
          <a:xfrm>
            <a:off x="6118549" y="403129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9"/>
          </p:nvPr>
        </p:nvSpPr>
        <p:spPr>
          <a:xfrm>
            <a:off x="720000" y="3625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0"/>
          </p:nvPr>
        </p:nvSpPr>
        <p:spPr>
          <a:xfrm>
            <a:off x="3419271" y="3625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1"/>
          </p:nvPr>
        </p:nvSpPr>
        <p:spPr>
          <a:xfrm>
            <a:off x="6118549" y="3625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187" name="Google Shape;187;p13"/>
          <p:cNvGrpSpPr/>
          <p:nvPr/>
        </p:nvGrpSpPr>
        <p:grpSpPr>
          <a:xfrm>
            <a:off x="-372485" y="-387790"/>
            <a:ext cx="9745373" cy="5731850"/>
            <a:chOff x="-372485" y="-387790"/>
            <a:chExt cx="9745373" cy="5731850"/>
          </a:xfrm>
        </p:grpSpPr>
        <p:grpSp>
          <p:nvGrpSpPr>
            <p:cNvPr id="188" name="Google Shape;188;p13"/>
            <p:cNvGrpSpPr/>
            <p:nvPr/>
          </p:nvGrpSpPr>
          <p:grpSpPr>
            <a:xfrm>
              <a:off x="-248197" y="-76190"/>
              <a:ext cx="9586222" cy="5420233"/>
              <a:chOff x="-248197" y="-76190"/>
              <a:chExt cx="9586222" cy="5420233"/>
            </a:xfrm>
          </p:grpSpPr>
          <p:sp>
            <p:nvSpPr>
              <p:cNvPr id="189" name="Google Shape;189;p13"/>
              <p:cNvSpPr/>
              <p:nvPr/>
            </p:nvSpPr>
            <p:spPr>
              <a:xfrm>
                <a:off x="-248197" y="4803664"/>
                <a:ext cx="623992" cy="540380"/>
              </a:xfrm>
              <a:custGeom>
                <a:avLst/>
                <a:gdLst/>
                <a:ahLst/>
                <a:cxnLst/>
                <a:rect l="l" t="t" r="r" b="b"/>
                <a:pathLst>
                  <a:path w="9351" h="8098" extrusionOk="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8"/>
                    </a:lnTo>
                    <a:lnTo>
                      <a:pt x="7013" y="8098"/>
                    </a:lnTo>
                    <a:lnTo>
                      <a:pt x="9350" y="4049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8714100" y="-76190"/>
                <a:ext cx="623926" cy="540246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6"/>
                    </a:lnTo>
                    <a:lnTo>
                      <a:pt x="7012" y="8096"/>
                    </a:lnTo>
                    <a:lnTo>
                      <a:pt x="9349" y="4049"/>
                    </a:lnTo>
                    <a:lnTo>
                      <a:pt x="70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1" name="Google Shape;191;p13"/>
            <p:cNvGrpSpPr/>
            <p:nvPr/>
          </p:nvGrpSpPr>
          <p:grpSpPr>
            <a:xfrm>
              <a:off x="-372485" y="-387790"/>
              <a:ext cx="9745373" cy="5731850"/>
              <a:chOff x="-372485" y="-387790"/>
              <a:chExt cx="9745373" cy="5731850"/>
            </a:xfrm>
          </p:grpSpPr>
          <p:grpSp>
            <p:nvGrpSpPr>
              <p:cNvPr id="192" name="Google Shape;192;p13"/>
              <p:cNvGrpSpPr/>
              <p:nvPr/>
            </p:nvGrpSpPr>
            <p:grpSpPr>
              <a:xfrm>
                <a:off x="8679238" y="3435348"/>
                <a:ext cx="693651" cy="1908712"/>
                <a:chOff x="8679238" y="3435348"/>
                <a:chExt cx="693651" cy="1908712"/>
              </a:xfrm>
            </p:grpSpPr>
            <p:sp>
              <p:nvSpPr>
                <p:cNvPr id="193" name="Google Shape;193;p13"/>
                <p:cNvSpPr/>
                <p:nvPr/>
              </p:nvSpPr>
              <p:spPr>
                <a:xfrm flipH="1">
                  <a:off x="8679238" y="3435348"/>
                  <a:ext cx="693651" cy="600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13"/>
                <p:cNvSpPr/>
                <p:nvPr/>
              </p:nvSpPr>
              <p:spPr>
                <a:xfrm flipH="1">
                  <a:off x="8679238" y="4743289"/>
                  <a:ext cx="693651" cy="600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13"/>
                <p:cNvSpPr/>
                <p:nvPr/>
              </p:nvSpPr>
              <p:spPr>
                <a:xfrm flipH="1">
                  <a:off x="8679238" y="4089296"/>
                  <a:ext cx="693651" cy="600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2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" name="Google Shape;196;p13"/>
              <p:cNvGrpSpPr/>
              <p:nvPr/>
            </p:nvGrpSpPr>
            <p:grpSpPr>
              <a:xfrm>
                <a:off x="-372485" y="-387790"/>
                <a:ext cx="1690139" cy="860151"/>
                <a:chOff x="-115310" y="4491735"/>
                <a:chExt cx="1690139" cy="860151"/>
              </a:xfrm>
            </p:grpSpPr>
            <p:sp>
              <p:nvSpPr>
                <p:cNvPr id="197" name="Google Shape;197;p13"/>
                <p:cNvSpPr/>
                <p:nvPr/>
              </p:nvSpPr>
              <p:spPr>
                <a:xfrm>
                  <a:off x="931715" y="4789370"/>
                  <a:ext cx="643114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51" extrusionOk="0">
                      <a:moveTo>
                        <a:pt x="3796" y="0"/>
                      </a:moveTo>
                      <a:lnTo>
                        <a:pt x="0" y="6575"/>
                      </a:lnTo>
                      <a:lnTo>
                        <a:pt x="3796" y="13150"/>
                      </a:lnTo>
                      <a:lnTo>
                        <a:pt x="11387" y="13150"/>
                      </a:lnTo>
                      <a:lnTo>
                        <a:pt x="15183" y="6575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13"/>
                <p:cNvSpPr/>
                <p:nvPr/>
              </p:nvSpPr>
              <p:spPr>
                <a:xfrm>
                  <a:off x="-115310" y="4794927"/>
                  <a:ext cx="643114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49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49"/>
                      </a:lnTo>
                      <a:lnTo>
                        <a:pt x="11387" y="13149"/>
                      </a:lnTo>
                      <a:lnTo>
                        <a:pt x="15183" y="6576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13"/>
                <p:cNvSpPr/>
                <p:nvPr/>
              </p:nvSpPr>
              <p:spPr>
                <a:xfrm>
                  <a:off x="410904" y="4491735"/>
                  <a:ext cx="643199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pic>
        <p:nvPicPr>
          <p:cNvPr id="200" name="Google Shape;20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430966">
            <a:off x="-681964" y="1983884"/>
            <a:ext cx="1459532" cy="145953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>
            <a:spLocks noGrp="1"/>
          </p:cNvSpPr>
          <p:nvPr>
            <p:ph type="title"/>
          </p:nvPr>
        </p:nvSpPr>
        <p:spPr>
          <a:xfrm>
            <a:off x="4860400" y="1180863"/>
            <a:ext cx="3373800" cy="166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5"/>
          <p:cNvSpPr txBox="1">
            <a:spLocks noGrp="1"/>
          </p:cNvSpPr>
          <p:nvPr>
            <p:ph type="subTitle" idx="1"/>
          </p:nvPr>
        </p:nvSpPr>
        <p:spPr>
          <a:xfrm>
            <a:off x="4860400" y="2846338"/>
            <a:ext cx="33738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5"/>
          <p:cNvSpPr>
            <a:spLocks noGrp="1"/>
          </p:cNvSpPr>
          <p:nvPr>
            <p:ph type="pic" idx="2"/>
          </p:nvPr>
        </p:nvSpPr>
        <p:spPr>
          <a:xfrm flipH="1">
            <a:off x="909800" y="904502"/>
            <a:ext cx="3336900" cy="3334500"/>
          </a:xfrm>
          <a:prstGeom prst="hexagon">
            <a:avLst>
              <a:gd name="adj" fmla="val 25000"/>
              <a:gd name="vf" fmla="val 115470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sp>
      <p:grpSp>
        <p:nvGrpSpPr>
          <p:cNvPr id="222" name="Google Shape;222;p15"/>
          <p:cNvGrpSpPr/>
          <p:nvPr/>
        </p:nvGrpSpPr>
        <p:grpSpPr>
          <a:xfrm flipH="1">
            <a:off x="-109002" y="-358827"/>
            <a:ext cx="9325944" cy="5779087"/>
            <a:chOff x="46945" y="-435027"/>
            <a:chExt cx="9325944" cy="5779087"/>
          </a:xfrm>
        </p:grpSpPr>
        <p:grpSp>
          <p:nvGrpSpPr>
            <p:cNvPr id="223" name="Google Shape;223;p15"/>
            <p:cNvGrpSpPr/>
            <p:nvPr/>
          </p:nvGrpSpPr>
          <p:grpSpPr>
            <a:xfrm>
              <a:off x="46945" y="-435027"/>
              <a:ext cx="9162557" cy="1790477"/>
              <a:chOff x="46945" y="-435027"/>
              <a:chExt cx="9162557" cy="1790477"/>
            </a:xfrm>
          </p:grpSpPr>
          <p:sp>
            <p:nvSpPr>
              <p:cNvPr id="224" name="Google Shape;224;p15"/>
              <p:cNvSpPr/>
              <p:nvPr/>
            </p:nvSpPr>
            <p:spPr>
              <a:xfrm rot="-1799941">
                <a:off x="144251" y="53227"/>
                <a:ext cx="650773" cy="56360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5" name="Google Shape;225;p15"/>
              <p:cNvGrpSpPr/>
              <p:nvPr/>
            </p:nvGrpSpPr>
            <p:grpSpPr>
              <a:xfrm>
                <a:off x="8006298" y="-435027"/>
                <a:ext cx="1203203" cy="1790477"/>
                <a:chOff x="8006298" y="-435027"/>
                <a:chExt cx="1203203" cy="1790477"/>
              </a:xfrm>
            </p:grpSpPr>
            <p:sp>
              <p:nvSpPr>
                <p:cNvPr id="226" name="Google Shape;226;p15"/>
                <p:cNvSpPr/>
                <p:nvPr/>
              </p:nvSpPr>
              <p:spPr>
                <a:xfrm>
                  <a:off x="8558748" y="178483"/>
                  <a:ext cx="650753" cy="563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15"/>
                <p:cNvSpPr/>
                <p:nvPr/>
              </p:nvSpPr>
              <p:spPr>
                <a:xfrm>
                  <a:off x="8558748" y="-435027"/>
                  <a:ext cx="650753" cy="563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2" extrusionOk="0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15"/>
                <p:cNvSpPr/>
                <p:nvPr/>
              </p:nvSpPr>
              <p:spPr>
                <a:xfrm>
                  <a:off x="8558748" y="791950"/>
                  <a:ext cx="650753" cy="5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49" extrusionOk="0">
                      <a:moveTo>
                        <a:pt x="3796" y="0"/>
                      </a:moveTo>
                      <a:lnTo>
                        <a:pt x="0" y="6573"/>
                      </a:lnTo>
                      <a:lnTo>
                        <a:pt x="3796" y="13148"/>
                      </a:lnTo>
                      <a:lnTo>
                        <a:pt x="11388" y="13148"/>
                      </a:lnTo>
                      <a:lnTo>
                        <a:pt x="15185" y="6573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15"/>
                <p:cNvSpPr/>
                <p:nvPr/>
              </p:nvSpPr>
              <p:spPr>
                <a:xfrm>
                  <a:off x="8006298" y="-97742"/>
                  <a:ext cx="650753" cy="563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0" name="Google Shape;230;p15"/>
            <p:cNvGrpSpPr/>
            <p:nvPr/>
          </p:nvGrpSpPr>
          <p:grpSpPr>
            <a:xfrm>
              <a:off x="8679238" y="3435348"/>
              <a:ext cx="693651" cy="1908712"/>
              <a:chOff x="8679238" y="3435348"/>
              <a:chExt cx="693651" cy="1908712"/>
            </a:xfrm>
          </p:grpSpPr>
          <p:sp>
            <p:nvSpPr>
              <p:cNvPr id="231" name="Google Shape;231;p15"/>
              <p:cNvSpPr/>
              <p:nvPr/>
            </p:nvSpPr>
            <p:spPr>
              <a:xfrm flipH="1">
                <a:off x="8679238" y="3435348"/>
                <a:ext cx="693651" cy="60077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 flipH="1">
                <a:off x="8679238" y="4743289"/>
                <a:ext cx="693651" cy="60077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 flipH="1">
                <a:off x="8679238" y="4089296"/>
                <a:ext cx="693651" cy="60081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713224" y="1501200"/>
            <a:ext cx="28998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6"/>
          <p:cNvSpPr txBox="1">
            <a:spLocks noGrp="1"/>
          </p:cNvSpPr>
          <p:nvPr>
            <p:ph type="subTitle" idx="1"/>
          </p:nvPr>
        </p:nvSpPr>
        <p:spPr>
          <a:xfrm>
            <a:off x="713362" y="2562000"/>
            <a:ext cx="28998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7" name="Google Shape;237;p16"/>
          <p:cNvGrpSpPr/>
          <p:nvPr/>
        </p:nvGrpSpPr>
        <p:grpSpPr>
          <a:xfrm>
            <a:off x="-449423" y="-205430"/>
            <a:ext cx="9799565" cy="5509154"/>
            <a:chOff x="-449423" y="-205430"/>
            <a:chExt cx="9799565" cy="5509154"/>
          </a:xfrm>
        </p:grpSpPr>
        <p:grpSp>
          <p:nvGrpSpPr>
            <p:cNvPr id="238" name="Google Shape;238;p16"/>
            <p:cNvGrpSpPr/>
            <p:nvPr/>
          </p:nvGrpSpPr>
          <p:grpSpPr>
            <a:xfrm rot="10800000">
              <a:off x="-449423" y="-205430"/>
              <a:ext cx="1169438" cy="1769623"/>
              <a:chOff x="-237723" y="-361624"/>
              <a:chExt cx="1169438" cy="1769623"/>
            </a:xfrm>
          </p:grpSpPr>
          <p:sp>
            <p:nvSpPr>
              <p:cNvPr id="239" name="Google Shape;239;p16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16"/>
            <p:cNvGrpSpPr/>
            <p:nvPr/>
          </p:nvGrpSpPr>
          <p:grpSpPr>
            <a:xfrm rot="10800000">
              <a:off x="8564153" y="1829595"/>
              <a:ext cx="785989" cy="1163348"/>
              <a:chOff x="8560875" y="86051"/>
              <a:chExt cx="785989" cy="1163348"/>
            </a:xfrm>
          </p:grpSpPr>
          <p:sp>
            <p:nvSpPr>
              <p:cNvPr id="245" name="Google Shape;245;p16"/>
              <p:cNvSpPr/>
              <p:nvPr/>
            </p:nvSpPr>
            <p:spPr>
              <a:xfrm flipH="1">
                <a:off x="8560875" y="86051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 flipH="1">
                <a:off x="8703750" y="692440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7" name="Google Shape;247;p16"/>
            <p:cNvSpPr/>
            <p:nvPr/>
          </p:nvSpPr>
          <p:spPr>
            <a:xfrm rot="10800000" flipH="1">
              <a:off x="-307536" y="4042195"/>
              <a:ext cx="643156" cy="556959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" name="Google Shape;248;p16"/>
            <p:cNvGrpSpPr/>
            <p:nvPr/>
          </p:nvGrpSpPr>
          <p:grpSpPr>
            <a:xfrm>
              <a:off x="6050641" y="4660525"/>
              <a:ext cx="2380123" cy="643199"/>
              <a:chOff x="6050641" y="4660525"/>
              <a:chExt cx="2380123" cy="643199"/>
            </a:xfrm>
          </p:grpSpPr>
          <p:sp>
            <p:nvSpPr>
              <p:cNvPr id="249" name="Google Shape;249;p16"/>
              <p:cNvSpPr/>
              <p:nvPr/>
            </p:nvSpPr>
            <p:spPr>
              <a:xfrm rot="-5400000">
                <a:off x="6613869" y="4703603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6"/>
              <p:cNvSpPr/>
              <p:nvPr/>
            </p:nvSpPr>
            <p:spPr>
              <a:xfrm rot="-5400000">
                <a:off x="6007543" y="4703624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 rot="-5400000">
                <a:off x="7830644" y="4703603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 rot="-5400000">
                <a:off x="7224318" y="4703624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9"/>
          <p:cNvGrpSpPr/>
          <p:nvPr/>
        </p:nvGrpSpPr>
        <p:grpSpPr>
          <a:xfrm>
            <a:off x="-246361" y="56056"/>
            <a:ext cx="9839799" cy="5447718"/>
            <a:chOff x="-246361" y="56056"/>
            <a:chExt cx="9839799" cy="5447718"/>
          </a:xfrm>
        </p:grpSpPr>
        <p:grpSp>
          <p:nvGrpSpPr>
            <p:cNvPr id="289" name="Google Shape;289;p19"/>
            <p:cNvGrpSpPr/>
            <p:nvPr/>
          </p:nvGrpSpPr>
          <p:grpSpPr>
            <a:xfrm rot="10800000">
              <a:off x="8424000" y="3734151"/>
              <a:ext cx="1169438" cy="1769623"/>
              <a:chOff x="-531598" y="-361624"/>
              <a:chExt cx="1169438" cy="1769623"/>
            </a:xfrm>
          </p:grpSpPr>
          <p:sp>
            <p:nvSpPr>
              <p:cNvPr id="290" name="Google Shape;290;p19"/>
              <p:cNvSpPr/>
              <p:nvPr/>
            </p:nvSpPr>
            <p:spPr>
              <a:xfrm>
                <a:off x="-5359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-531572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-531572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-5359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-531598" y="851040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19"/>
            <p:cNvGrpSpPr/>
            <p:nvPr/>
          </p:nvGrpSpPr>
          <p:grpSpPr>
            <a:xfrm rot="10800000">
              <a:off x="-246361" y="4035626"/>
              <a:ext cx="643114" cy="1163348"/>
              <a:chOff x="9156687" y="86051"/>
              <a:chExt cx="643114" cy="1163348"/>
            </a:xfrm>
          </p:grpSpPr>
          <p:sp>
            <p:nvSpPr>
              <p:cNvPr id="296" name="Google Shape;296;p19"/>
              <p:cNvSpPr/>
              <p:nvPr/>
            </p:nvSpPr>
            <p:spPr>
              <a:xfrm flipH="1">
                <a:off x="9156687" y="86051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 flipH="1">
                <a:off x="9156687" y="692440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" name="Google Shape;298;p19"/>
            <p:cNvSpPr/>
            <p:nvPr/>
          </p:nvSpPr>
          <p:spPr>
            <a:xfrm rot="-5400000">
              <a:off x="-246408" y="99133"/>
              <a:ext cx="643199" cy="557043"/>
            </a:xfrm>
            <a:custGeom>
              <a:avLst/>
              <a:gdLst/>
              <a:ahLst/>
              <a:cxnLst/>
              <a:rect l="l" t="t" r="r" b="b"/>
              <a:pathLst>
                <a:path w="15185" h="13151" extrusionOk="0">
                  <a:moveTo>
                    <a:pt x="3797" y="1"/>
                  </a:moveTo>
                  <a:lnTo>
                    <a:pt x="1" y="6576"/>
                  </a:lnTo>
                  <a:lnTo>
                    <a:pt x="3797" y="13151"/>
                  </a:lnTo>
                  <a:lnTo>
                    <a:pt x="11389" y="13151"/>
                  </a:lnTo>
                  <a:lnTo>
                    <a:pt x="15185" y="6576"/>
                  </a:lnTo>
                  <a:lnTo>
                    <a:pt x="11389" y="1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 rot="10800000" flipH="1">
              <a:off x="8726638" y="99176"/>
              <a:ext cx="643156" cy="556959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9"/>
          <p:cNvSpPr txBox="1">
            <a:spLocks noGrp="1"/>
          </p:cNvSpPr>
          <p:nvPr>
            <p:ph type="subTitle" idx="1"/>
          </p:nvPr>
        </p:nvSpPr>
        <p:spPr>
          <a:xfrm>
            <a:off x="4832078" y="1820025"/>
            <a:ext cx="32541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9"/>
          <p:cNvSpPr txBox="1">
            <a:spLocks noGrp="1"/>
          </p:cNvSpPr>
          <p:nvPr>
            <p:ph type="subTitle" idx="2"/>
          </p:nvPr>
        </p:nvSpPr>
        <p:spPr>
          <a:xfrm>
            <a:off x="1057900" y="1820025"/>
            <a:ext cx="3254100" cy="2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1"/>
          <p:cNvSpPr txBox="1">
            <a:spLocks noGrp="1"/>
          </p:cNvSpPr>
          <p:nvPr>
            <p:ph type="subTitle" idx="1"/>
          </p:nvPr>
        </p:nvSpPr>
        <p:spPr>
          <a:xfrm>
            <a:off x="825400" y="3280741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1"/>
          <p:cNvSpPr txBox="1">
            <a:spLocks noGrp="1"/>
          </p:cNvSpPr>
          <p:nvPr>
            <p:ph type="subTitle" idx="2"/>
          </p:nvPr>
        </p:nvSpPr>
        <p:spPr>
          <a:xfrm>
            <a:off x="3450746" y="3280741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subTitle" idx="3"/>
          </p:nvPr>
        </p:nvSpPr>
        <p:spPr>
          <a:xfrm>
            <a:off x="6076098" y="3280741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1"/>
          <p:cNvSpPr txBox="1">
            <a:spLocks noGrp="1"/>
          </p:cNvSpPr>
          <p:nvPr>
            <p:ph type="subTitle" idx="4"/>
          </p:nvPr>
        </p:nvSpPr>
        <p:spPr>
          <a:xfrm>
            <a:off x="825400" y="2571690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subTitle" idx="5"/>
          </p:nvPr>
        </p:nvSpPr>
        <p:spPr>
          <a:xfrm>
            <a:off x="3450749" y="2571690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subTitle" idx="6"/>
          </p:nvPr>
        </p:nvSpPr>
        <p:spPr>
          <a:xfrm>
            <a:off x="6076098" y="2571690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328" name="Google Shape;328;p21"/>
          <p:cNvGrpSpPr/>
          <p:nvPr/>
        </p:nvGrpSpPr>
        <p:grpSpPr>
          <a:xfrm>
            <a:off x="-199995" y="-61916"/>
            <a:ext cx="9581189" cy="5575314"/>
            <a:chOff x="-199995" y="-61916"/>
            <a:chExt cx="9581189" cy="5575314"/>
          </a:xfrm>
        </p:grpSpPr>
        <p:grpSp>
          <p:nvGrpSpPr>
            <p:cNvPr id="329" name="Google Shape;329;p21"/>
            <p:cNvGrpSpPr/>
            <p:nvPr/>
          </p:nvGrpSpPr>
          <p:grpSpPr>
            <a:xfrm>
              <a:off x="7665884" y="4670680"/>
              <a:ext cx="1715311" cy="842718"/>
              <a:chOff x="7665884" y="4670680"/>
              <a:chExt cx="1715311" cy="842718"/>
            </a:xfrm>
          </p:grpSpPr>
          <p:sp>
            <p:nvSpPr>
              <p:cNvPr id="330" name="Google Shape;330;p21"/>
              <p:cNvSpPr/>
              <p:nvPr/>
            </p:nvSpPr>
            <p:spPr>
              <a:xfrm>
                <a:off x="7665884" y="46706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8201959" y="495643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8738034" y="46706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3" name="Google Shape;333;p21"/>
            <p:cNvGrpSpPr/>
            <p:nvPr/>
          </p:nvGrpSpPr>
          <p:grpSpPr>
            <a:xfrm>
              <a:off x="-199995" y="-61916"/>
              <a:ext cx="920006" cy="1178861"/>
              <a:chOff x="71705" y="-61916"/>
              <a:chExt cx="920006" cy="1178861"/>
            </a:xfrm>
          </p:grpSpPr>
          <p:sp>
            <p:nvSpPr>
              <p:cNvPr id="334" name="Google Shape;334;p21"/>
              <p:cNvSpPr/>
              <p:nvPr/>
            </p:nvSpPr>
            <p:spPr>
              <a:xfrm rot="5400000">
                <a:off x="28609" y="5168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 rot="5400000">
                <a:off x="391647" y="-1882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36" name="Google Shape;336;p21"/>
          <p:cNvPicPr preferRelativeResize="0"/>
          <p:nvPr/>
        </p:nvPicPr>
        <p:blipFill rotWithShape="1">
          <a:blip r:embed="rId2">
            <a:alphaModFix/>
          </a:blip>
          <a:srcRect t="23017" b="23012"/>
          <a:stretch/>
        </p:blipFill>
        <p:spPr>
          <a:xfrm rot="1657056">
            <a:off x="7214800" y="-162025"/>
            <a:ext cx="1965601" cy="10607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3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82" name="Google Shape;482;p29"/>
          <p:cNvGrpSpPr/>
          <p:nvPr/>
        </p:nvGrpSpPr>
        <p:grpSpPr>
          <a:xfrm>
            <a:off x="-1225510" y="-348372"/>
            <a:ext cx="10443544" cy="6773014"/>
            <a:chOff x="-1225510" y="-348372"/>
            <a:chExt cx="10443544" cy="6773014"/>
          </a:xfrm>
        </p:grpSpPr>
        <p:grpSp>
          <p:nvGrpSpPr>
            <p:cNvPr id="483" name="Google Shape;483;p29"/>
            <p:cNvGrpSpPr/>
            <p:nvPr/>
          </p:nvGrpSpPr>
          <p:grpSpPr>
            <a:xfrm rot="665584">
              <a:off x="-1031574" y="4004638"/>
              <a:ext cx="2197988" cy="2229381"/>
              <a:chOff x="1722737" y="3368313"/>
              <a:chExt cx="2198024" cy="2229417"/>
            </a:xfrm>
          </p:grpSpPr>
          <p:grpSp>
            <p:nvGrpSpPr>
              <p:cNvPr id="484" name="Google Shape;484;p29"/>
              <p:cNvGrpSpPr/>
              <p:nvPr/>
            </p:nvGrpSpPr>
            <p:grpSpPr>
              <a:xfrm rot="1128166">
                <a:off x="1962052" y="3598183"/>
                <a:ext cx="1719394" cy="1769678"/>
                <a:chOff x="-516942" y="319608"/>
                <a:chExt cx="1719455" cy="1769741"/>
              </a:xfrm>
            </p:grpSpPr>
            <p:sp>
              <p:nvSpPr>
                <p:cNvPr id="485" name="Google Shape;485;p29"/>
                <p:cNvSpPr/>
                <p:nvPr/>
              </p:nvSpPr>
              <p:spPr>
                <a:xfrm>
                  <a:off x="9271" y="925913"/>
                  <a:ext cx="643199" cy="55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1" extrusionOk="0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29"/>
                <p:cNvSpPr/>
                <p:nvPr/>
              </p:nvSpPr>
              <p:spPr>
                <a:xfrm>
                  <a:off x="9320" y="1532263"/>
                  <a:ext cx="643114" cy="557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52" extrusionOk="0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9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3" h="13149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29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50" extrusionOk="0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29"/>
                <p:cNvSpPr/>
                <p:nvPr/>
              </p:nvSpPr>
              <p:spPr>
                <a:xfrm>
                  <a:off x="559356" y="1238603"/>
                  <a:ext cx="643156" cy="556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4" h="13149" extrusionOk="0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90" name="Google Shape;490;p29"/>
              <p:cNvSpPr/>
              <p:nvPr/>
            </p:nvSpPr>
            <p:spPr>
              <a:xfrm rot="1128234">
                <a:off x="3097584" y="4093405"/>
                <a:ext cx="643170" cy="556977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 rot="1128234">
                <a:off x="1895434" y="4313505"/>
                <a:ext cx="643170" cy="556977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2" name="Google Shape;492;p29"/>
            <p:cNvSpPr/>
            <p:nvPr/>
          </p:nvSpPr>
          <p:spPr>
            <a:xfrm rot="1800095" flipH="1">
              <a:off x="-181251" y="2569804"/>
              <a:ext cx="643164" cy="556965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 rot="-1800021">
              <a:off x="8478772" y="4727484"/>
              <a:ext cx="643112" cy="556920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 rot="1800021" flipH="1">
              <a:off x="-181236" y="-224900"/>
              <a:ext cx="643112" cy="556920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5">
                <a:alpha val="544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5" name="Google Shape;495;p29"/>
            <p:cNvGrpSpPr/>
            <p:nvPr/>
          </p:nvGrpSpPr>
          <p:grpSpPr>
            <a:xfrm>
              <a:off x="7700275" y="-258642"/>
              <a:ext cx="1458375" cy="822936"/>
              <a:chOff x="7700275" y="-258642"/>
              <a:chExt cx="1458375" cy="822936"/>
            </a:xfrm>
          </p:grpSpPr>
          <p:sp>
            <p:nvSpPr>
              <p:cNvPr id="496" name="Google Shape;496;p29"/>
              <p:cNvSpPr/>
              <p:nvPr/>
            </p:nvSpPr>
            <p:spPr>
              <a:xfrm rot="1793750">
                <a:off x="7796314" y="-135441"/>
                <a:ext cx="643081" cy="557057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 rot="1793750">
                <a:off x="8419523" y="-115856"/>
                <a:ext cx="643123" cy="556930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33"/>
          <p:cNvGrpSpPr/>
          <p:nvPr/>
        </p:nvGrpSpPr>
        <p:grpSpPr>
          <a:xfrm>
            <a:off x="-135050" y="-373775"/>
            <a:ext cx="9536572" cy="5840717"/>
            <a:chOff x="-135050" y="-373775"/>
            <a:chExt cx="9536572" cy="5840717"/>
          </a:xfrm>
        </p:grpSpPr>
        <p:grpSp>
          <p:nvGrpSpPr>
            <p:cNvPr id="554" name="Google Shape;554;p33"/>
            <p:cNvGrpSpPr/>
            <p:nvPr/>
          </p:nvGrpSpPr>
          <p:grpSpPr>
            <a:xfrm>
              <a:off x="7148219" y="4287222"/>
              <a:ext cx="2253303" cy="1179720"/>
              <a:chOff x="7319525" y="4220750"/>
              <a:chExt cx="2119758" cy="1109803"/>
            </a:xfrm>
          </p:grpSpPr>
          <p:sp>
            <p:nvSpPr>
              <p:cNvPr id="555" name="Google Shape;555;p33"/>
              <p:cNvSpPr/>
              <p:nvPr/>
            </p:nvSpPr>
            <p:spPr>
              <a:xfrm>
                <a:off x="7319525" y="4509915"/>
                <a:ext cx="613585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8323586" y="4509915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3"/>
              <p:cNvSpPr/>
              <p:nvPr/>
            </p:nvSpPr>
            <p:spPr>
              <a:xfrm>
                <a:off x="8825617" y="4220750"/>
                <a:ext cx="613666" cy="53135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49" extrusionOk="0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3"/>
              <p:cNvSpPr/>
              <p:nvPr/>
            </p:nvSpPr>
            <p:spPr>
              <a:xfrm>
                <a:off x="7821556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8825617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" name="Google Shape;560;p33"/>
            <p:cNvGrpSpPr/>
            <p:nvPr/>
          </p:nvGrpSpPr>
          <p:grpSpPr>
            <a:xfrm>
              <a:off x="-135050" y="-373775"/>
              <a:ext cx="2230134" cy="863394"/>
              <a:chOff x="-135050" y="-373775"/>
              <a:chExt cx="2230134" cy="863394"/>
            </a:xfrm>
          </p:grpSpPr>
          <p:sp>
            <p:nvSpPr>
              <p:cNvPr id="561" name="Google Shape;561;p33"/>
              <p:cNvSpPr/>
              <p:nvPr/>
            </p:nvSpPr>
            <p:spPr>
              <a:xfrm>
                <a:off x="393102" y="-69506"/>
                <a:ext cx="645595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3"/>
              <p:cNvSpPr/>
              <p:nvPr/>
            </p:nvSpPr>
            <p:spPr>
              <a:xfrm>
                <a:off x="-135050" y="-373775"/>
                <a:ext cx="645552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3"/>
              <p:cNvSpPr/>
              <p:nvPr/>
            </p:nvSpPr>
            <p:spPr>
              <a:xfrm>
                <a:off x="921338" y="-373775"/>
                <a:ext cx="645595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3"/>
              <p:cNvSpPr/>
              <p:nvPr/>
            </p:nvSpPr>
            <p:spPr>
              <a:xfrm>
                <a:off x="1449532" y="-69506"/>
                <a:ext cx="645552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5" name="Google Shape;565;p33"/>
          <p:cNvGrpSpPr/>
          <p:nvPr/>
        </p:nvGrpSpPr>
        <p:grpSpPr>
          <a:xfrm>
            <a:off x="0" y="112950"/>
            <a:ext cx="9077325" cy="4867275"/>
            <a:chOff x="0" y="112950"/>
            <a:chExt cx="9077325" cy="4867275"/>
          </a:xfrm>
        </p:grpSpPr>
        <p:pic>
          <p:nvPicPr>
            <p:cNvPr id="566" name="Google Shape;566;p3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77175" y="112950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567" name="Google Shape;567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780075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34"/>
          <p:cNvGrpSpPr/>
          <p:nvPr/>
        </p:nvGrpSpPr>
        <p:grpSpPr>
          <a:xfrm rot="10800000" flipH="1">
            <a:off x="-237697" y="4154451"/>
            <a:ext cx="9810337" cy="1466543"/>
            <a:chOff x="-237697" y="-361624"/>
            <a:chExt cx="9810337" cy="1466543"/>
          </a:xfrm>
        </p:grpSpPr>
        <p:grpSp>
          <p:nvGrpSpPr>
            <p:cNvPr id="570" name="Google Shape;570;p34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571" name="Google Shape;571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4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4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4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4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7" name="Google Shape;577;p34"/>
            <p:cNvSpPr/>
            <p:nvPr/>
          </p:nvSpPr>
          <p:spPr>
            <a:xfrm>
              <a:off x="8830749" y="44251"/>
              <a:ext cx="741890" cy="642509"/>
            </a:xfrm>
            <a:custGeom>
              <a:avLst/>
              <a:gdLst/>
              <a:ahLst/>
              <a:cxnLst/>
              <a:rect l="l" t="t" r="r" b="b"/>
              <a:pathLst>
                <a:path w="15184" h="13150" extrusionOk="0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34"/>
          <p:cNvGrpSpPr/>
          <p:nvPr/>
        </p:nvGrpSpPr>
        <p:grpSpPr>
          <a:xfrm>
            <a:off x="5370950" y="1381125"/>
            <a:ext cx="3268225" cy="3222870"/>
            <a:chOff x="5370950" y="1381125"/>
            <a:chExt cx="3268225" cy="3222870"/>
          </a:xfrm>
        </p:grpSpPr>
        <p:grpSp>
          <p:nvGrpSpPr>
            <p:cNvPr id="579" name="Google Shape;579;p34"/>
            <p:cNvGrpSpPr/>
            <p:nvPr/>
          </p:nvGrpSpPr>
          <p:grpSpPr>
            <a:xfrm>
              <a:off x="5532875" y="1381125"/>
              <a:ext cx="2079270" cy="2507147"/>
              <a:chOff x="-2353825" y="1381125"/>
              <a:chExt cx="2079270" cy="2507147"/>
            </a:xfrm>
          </p:grpSpPr>
          <p:sp>
            <p:nvSpPr>
              <p:cNvPr id="580" name="Google Shape;580;p34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4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4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4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4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4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4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4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4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4"/>
            <p:cNvGrpSpPr/>
            <p:nvPr/>
          </p:nvGrpSpPr>
          <p:grpSpPr>
            <a:xfrm>
              <a:off x="5370950" y="1628700"/>
              <a:ext cx="3268225" cy="2975295"/>
              <a:chOff x="313175" y="1628700"/>
              <a:chExt cx="3268225" cy="2975295"/>
            </a:xfrm>
          </p:grpSpPr>
          <p:pic>
            <p:nvPicPr>
              <p:cNvPr id="592" name="Google Shape;592;p34"/>
              <p:cNvPicPr preferRelativeResize="0"/>
              <p:nvPr/>
            </p:nvPicPr>
            <p:blipFill rotWithShape="1">
              <a:blip r:embed="rId2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593" name="Google Shape;593;p34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94" name="Google Shape;594;p34"/>
              <p:cNvPicPr preferRelativeResize="0"/>
              <p:nvPr/>
            </p:nvPicPr>
            <p:blipFill rotWithShape="1">
              <a:blip r:embed="rId3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Char char="⬣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7" r:id="rId5"/>
    <p:sldLayoutId id="2147483658" r:id="rId6"/>
    <p:sldLayoutId id="2147483659" r:id="rId7"/>
    <p:sldLayoutId id="2147483661" r:id="rId8"/>
    <p:sldLayoutId id="2147483662" r:id="rId9"/>
    <p:sldLayoutId id="2147483665" r:id="rId10"/>
    <p:sldLayoutId id="2147483667" r:id="rId11"/>
    <p:sldLayoutId id="2147483675" r:id="rId12"/>
    <p:sldLayoutId id="2147483679" r:id="rId13"/>
    <p:sldLayoutId id="214748368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jfif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7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jf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"/>
          <p:cNvSpPr txBox="1">
            <a:spLocks noGrp="1"/>
          </p:cNvSpPr>
          <p:nvPr>
            <p:ph type="ctrTitle"/>
          </p:nvPr>
        </p:nvSpPr>
        <p:spPr>
          <a:xfrm>
            <a:off x="713225" y="1311850"/>
            <a:ext cx="4708200" cy="23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AI  </a:t>
            </a:r>
            <a:br>
              <a:rPr lang="en" dirty="0" smtClean="0"/>
            </a:br>
            <a:r>
              <a:rPr lang="en" dirty="0" smtClean="0"/>
              <a:t>in Chemistry</a:t>
            </a:r>
            <a:endParaRPr dirty="0"/>
          </a:p>
        </p:txBody>
      </p:sp>
      <p:sp>
        <p:nvSpPr>
          <p:cNvPr id="611" name="Google Shape;611;p39"/>
          <p:cNvSpPr txBox="1">
            <a:spLocks noGrp="1"/>
          </p:cNvSpPr>
          <p:nvPr>
            <p:ph type="subTitle" idx="1"/>
          </p:nvPr>
        </p:nvSpPr>
        <p:spPr>
          <a:xfrm>
            <a:off x="713225" y="3613150"/>
            <a:ext cx="47082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The New Catalyst for Discovery</a:t>
            </a:r>
            <a:endParaRPr dirty="0"/>
          </a:p>
        </p:txBody>
      </p:sp>
      <p:grpSp>
        <p:nvGrpSpPr>
          <p:cNvPr id="613" name="Google Shape;613;p39"/>
          <p:cNvGrpSpPr/>
          <p:nvPr/>
        </p:nvGrpSpPr>
        <p:grpSpPr>
          <a:xfrm>
            <a:off x="5454325" y="1359997"/>
            <a:ext cx="3424042" cy="3244078"/>
            <a:chOff x="5454325" y="1359997"/>
            <a:chExt cx="3424042" cy="3244078"/>
          </a:xfrm>
        </p:grpSpPr>
        <p:grpSp>
          <p:nvGrpSpPr>
            <p:cNvPr id="614" name="Google Shape;614;p39"/>
            <p:cNvGrpSpPr/>
            <p:nvPr/>
          </p:nvGrpSpPr>
          <p:grpSpPr>
            <a:xfrm>
              <a:off x="6612028" y="1359997"/>
              <a:ext cx="2266339" cy="2423511"/>
              <a:chOff x="8495885" y="1601170"/>
              <a:chExt cx="1765474" cy="1887911"/>
            </a:xfrm>
          </p:grpSpPr>
          <p:sp>
            <p:nvSpPr>
              <p:cNvPr id="615" name="Google Shape;615;p39"/>
              <p:cNvSpPr/>
              <p:nvPr/>
            </p:nvSpPr>
            <p:spPr>
              <a:xfrm>
                <a:off x="8495885" y="1842073"/>
                <a:ext cx="511018" cy="442530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1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9"/>
              <p:cNvSpPr/>
              <p:nvPr/>
            </p:nvSpPr>
            <p:spPr>
              <a:xfrm>
                <a:off x="9332144" y="1842073"/>
                <a:ext cx="511085" cy="442530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49" extrusionOk="0">
                    <a:moveTo>
                      <a:pt x="3796" y="0"/>
                    </a:moveTo>
                    <a:lnTo>
                      <a:pt x="1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6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9"/>
              <p:cNvSpPr/>
              <p:nvPr/>
            </p:nvSpPr>
            <p:spPr>
              <a:xfrm>
                <a:off x="9750274" y="1601170"/>
                <a:ext cx="511085" cy="44256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9"/>
              <p:cNvSpPr/>
              <p:nvPr/>
            </p:nvSpPr>
            <p:spPr>
              <a:xfrm>
                <a:off x="9332144" y="2323810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9"/>
              <p:cNvSpPr/>
              <p:nvPr/>
            </p:nvSpPr>
            <p:spPr>
              <a:xfrm>
                <a:off x="8495885" y="2805582"/>
                <a:ext cx="511018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51" extrusionOk="0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3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9"/>
              <p:cNvSpPr/>
              <p:nvPr/>
            </p:nvSpPr>
            <p:spPr>
              <a:xfrm>
                <a:off x="8914015" y="2564679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7" y="1"/>
                    </a:moveTo>
                    <a:lnTo>
                      <a:pt x="0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9"/>
              <p:cNvSpPr/>
              <p:nvPr/>
            </p:nvSpPr>
            <p:spPr>
              <a:xfrm>
                <a:off x="9750274" y="2564679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9"/>
              <p:cNvSpPr/>
              <p:nvPr/>
            </p:nvSpPr>
            <p:spPr>
              <a:xfrm>
                <a:off x="9750274" y="3046450"/>
                <a:ext cx="511085" cy="44263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9"/>
              <p:cNvSpPr/>
              <p:nvPr/>
            </p:nvSpPr>
            <p:spPr>
              <a:xfrm>
                <a:off x="9332144" y="2323810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9"/>
              <p:cNvSpPr/>
              <p:nvPr/>
            </p:nvSpPr>
            <p:spPr>
              <a:xfrm>
                <a:off x="9750274" y="3046450"/>
                <a:ext cx="511085" cy="44263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9"/>
              <p:cNvSpPr/>
              <p:nvPr/>
            </p:nvSpPr>
            <p:spPr>
              <a:xfrm>
                <a:off x="8914015" y="2082945"/>
                <a:ext cx="511085" cy="44256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9"/>
              <p:cNvSpPr/>
              <p:nvPr/>
            </p:nvSpPr>
            <p:spPr>
              <a:xfrm>
                <a:off x="9750274" y="2082908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9"/>
              <p:cNvSpPr/>
              <p:nvPr/>
            </p:nvSpPr>
            <p:spPr>
              <a:xfrm>
                <a:off x="8914015" y="3046450"/>
                <a:ext cx="511085" cy="44263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0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9"/>
              <p:cNvSpPr/>
              <p:nvPr/>
            </p:nvSpPr>
            <p:spPr>
              <a:xfrm>
                <a:off x="8495885" y="2323810"/>
                <a:ext cx="511018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51" extrusionOk="0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9"/>
              <p:cNvSpPr/>
              <p:nvPr/>
            </p:nvSpPr>
            <p:spPr>
              <a:xfrm>
                <a:off x="9332144" y="2805582"/>
                <a:ext cx="511085" cy="442597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30" name="Google Shape;630;p39"/>
            <p:cNvPicPr preferRelativeResize="0"/>
            <p:nvPr/>
          </p:nvPicPr>
          <p:blipFill rotWithShape="1">
            <a:blip r:embed="rId3">
              <a:alphaModFix/>
            </a:blip>
            <a:srcRect l="24351" t="9573" r="24351" b="9565"/>
            <a:stretch/>
          </p:blipFill>
          <p:spPr>
            <a:xfrm>
              <a:off x="6935708" y="1938344"/>
              <a:ext cx="1534680" cy="241908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sp>
          <p:nvSpPr>
            <p:cNvPr id="631" name="Google Shape;631;p39"/>
            <p:cNvSpPr/>
            <p:nvPr/>
          </p:nvSpPr>
          <p:spPr>
            <a:xfrm>
              <a:off x="5454325" y="4193075"/>
              <a:ext cx="2938200" cy="411000"/>
            </a:xfrm>
            <a:prstGeom prst="ellipse">
              <a:avLst/>
            </a:prstGeom>
            <a:solidFill>
              <a:schemeClr val="dk1">
                <a:alpha val="177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32" name="Google Shape;632;p39"/>
            <p:cNvPicPr preferRelativeResize="0"/>
            <p:nvPr/>
          </p:nvPicPr>
          <p:blipFill rotWithShape="1">
            <a:blip r:embed="rId4">
              <a:alphaModFix/>
            </a:blip>
            <a:srcRect l="11737" t="11455" r="11745" b="11455"/>
            <a:stretch/>
          </p:blipFill>
          <p:spPr>
            <a:xfrm>
              <a:off x="5487200" y="1811000"/>
              <a:ext cx="2638451" cy="26582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6575" y="68237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915" name="Google Shape;915;p54"/>
          <p:cNvPicPr preferRelativeResize="0"/>
          <p:nvPr/>
        </p:nvPicPr>
        <p:blipFill rotWithShape="1">
          <a:blip r:embed="rId4">
            <a:alphaModFix/>
          </a:blip>
          <a:srcRect t="18966" b="18972"/>
          <a:stretch/>
        </p:blipFill>
        <p:spPr>
          <a:xfrm rot="1321983">
            <a:off x="429625" y="3501005"/>
            <a:ext cx="1695601" cy="10523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8" t="-3531" r="-25171" b="3531"/>
          <a:stretch/>
        </p:blipFill>
        <p:spPr>
          <a:xfrm flipH="1">
            <a:off x="415344" y="692665"/>
            <a:ext cx="8062761" cy="33345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9"/>
          <p:cNvSpPr txBox="1">
            <a:spLocks noGrp="1"/>
          </p:cNvSpPr>
          <p:nvPr>
            <p:ph type="title"/>
          </p:nvPr>
        </p:nvSpPr>
        <p:spPr>
          <a:xfrm>
            <a:off x="777120" y="2137675"/>
            <a:ext cx="28998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u="sng" dirty="0"/>
              <a:t>Team: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Algerian" panose="04020705040A02060702" pitchFamily="82" charset="0"/>
              </a:rPr>
              <a:t>The </a:t>
            </a:r>
            <a:r>
              <a:rPr lang="en-US" dirty="0">
                <a:latin typeface="Algerian" panose="04020705040A02060702" pitchFamily="82" charset="0"/>
              </a:rPr>
              <a:t>Atomic Thinkers</a:t>
            </a:r>
            <a:endParaRPr dirty="0">
              <a:latin typeface="Algerian" panose="04020705040A02060702" pitchFamily="82" charset="0"/>
            </a:endParaRPr>
          </a:p>
        </p:txBody>
      </p:sp>
      <p:grpSp>
        <p:nvGrpSpPr>
          <p:cNvPr id="995" name="Google Shape;995;p59"/>
          <p:cNvGrpSpPr/>
          <p:nvPr/>
        </p:nvGrpSpPr>
        <p:grpSpPr>
          <a:xfrm>
            <a:off x="4743725" y="1345125"/>
            <a:ext cx="3241200" cy="2807300"/>
            <a:chOff x="4743725" y="1345125"/>
            <a:chExt cx="3241200" cy="2807300"/>
          </a:xfrm>
        </p:grpSpPr>
        <p:sp>
          <p:nvSpPr>
            <p:cNvPr id="996" name="Google Shape;996;p59"/>
            <p:cNvSpPr/>
            <p:nvPr/>
          </p:nvSpPr>
          <p:spPr>
            <a:xfrm>
              <a:off x="5959175" y="3198475"/>
              <a:ext cx="810300" cy="82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5686475" y="3871025"/>
              <a:ext cx="1355700" cy="28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4743725" y="1345125"/>
              <a:ext cx="3241200" cy="202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00" name="Google Shape;1000;p59"/>
          <p:cNvPicPr preferRelativeResize="0"/>
          <p:nvPr/>
        </p:nvPicPr>
        <p:blipFill rotWithShape="1">
          <a:blip r:embed="rId3">
            <a:alphaModFix/>
          </a:blip>
          <a:srcRect t="23017" b="23012"/>
          <a:stretch/>
        </p:blipFill>
        <p:spPr>
          <a:xfrm rot="756986">
            <a:off x="6615400" y="3271525"/>
            <a:ext cx="1965600" cy="10607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1001" name="Google Shape;1001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6225" y="6572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697" y="1297286"/>
            <a:ext cx="3595255" cy="2030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2"/>
          <p:cNvSpPr txBox="1">
            <a:spLocks noGrp="1"/>
          </p:cNvSpPr>
          <p:nvPr>
            <p:ph type="subTitle" idx="3"/>
          </p:nvPr>
        </p:nvSpPr>
        <p:spPr>
          <a:xfrm>
            <a:off x="5350059" y="3792224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Shajidul</a:t>
            </a:r>
            <a:r>
              <a:rPr lang="en-US" dirty="0" smtClean="0"/>
              <a:t> </a:t>
            </a:r>
            <a:r>
              <a:rPr lang="en-US" dirty="0" err="1" smtClean="0"/>
              <a:t>Hoq</a:t>
            </a:r>
            <a:r>
              <a:rPr lang="en-US" dirty="0" smtClean="0"/>
              <a:t> </a:t>
            </a:r>
            <a:r>
              <a:rPr lang="en-US" dirty="0" err="1" smtClean="0"/>
              <a:t>Galib</a:t>
            </a:r>
            <a:endParaRPr lang="en-US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 smtClean="0"/>
              <a:t>C243105</a:t>
            </a:r>
            <a:endParaRPr sz="1400" b="0" dirty="0"/>
          </a:p>
        </p:txBody>
      </p:sp>
      <p:sp>
        <p:nvSpPr>
          <p:cNvPr id="1288" name="Google Shape;1288;p72"/>
          <p:cNvSpPr txBox="1">
            <a:spLocks noGrp="1"/>
          </p:cNvSpPr>
          <p:nvPr>
            <p:ph type="subTitle" idx="4"/>
          </p:nvPr>
        </p:nvSpPr>
        <p:spPr>
          <a:xfrm>
            <a:off x="967427" y="3555623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Thasinur</a:t>
            </a:r>
            <a:r>
              <a:rPr lang="en-US" dirty="0" smtClean="0"/>
              <a:t> </a:t>
            </a:r>
            <a:r>
              <a:rPr lang="en-US" dirty="0" err="1" smtClean="0"/>
              <a:t>Mohian</a:t>
            </a:r>
            <a:endParaRPr dirty="0"/>
          </a:p>
        </p:txBody>
      </p:sp>
      <p:pic>
        <p:nvPicPr>
          <p:cNvPr id="1289" name="Google Shape;1289;p7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68" y="1228726"/>
            <a:ext cx="1691382" cy="2189642"/>
          </a:xfrm>
          <a:prstGeom prst="hexagon">
            <a:avLst>
              <a:gd name="adj" fmla="val 18123"/>
              <a:gd name="vf" fmla="val 115470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1290" name="Google Shape;1290;p72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764" y="1228725"/>
            <a:ext cx="1570461" cy="2269431"/>
          </a:xfrm>
          <a:prstGeom prst="hexagon">
            <a:avLst>
              <a:gd name="adj" fmla="val 19587"/>
              <a:gd name="vf" fmla="val 115470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sp>
        <p:nvSpPr>
          <p:cNvPr id="1291" name="Google Shape;1291;p7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1293" name="Google Shape;1293;p72"/>
          <p:cNvSpPr txBox="1">
            <a:spLocks noGrp="1"/>
          </p:cNvSpPr>
          <p:nvPr>
            <p:ph type="subTitle" idx="2"/>
          </p:nvPr>
        </p:nvSpPr>
        <p:spPr>
          <a:xfrm>
            <a:off x="926276" y="3802976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Questrial" panose="020B0604020202020204" charset="0"/>
              </a:rPr>
              <a:t>C243106</a:t>
            </a:r>
            <a:endParaRPr dirty="0">
              <a:latin typeface="Questrial" panose="020B0604020202020204" charset="0"/>
            </a:endParaRPr>
          </a:p>
        </p:txBody>
      </p:sp>
      <p:pic>
        <p:nvPicPr>
          <p:cNvPr id="1294" name="Google Shape;1294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8550" y="12287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1295" name="Google Shape;1295;p7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232" y="2136220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pic>
        <p:nvPicPr>
          <p:cNvPr id="11" name="Google Shape;1289;p72"/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00" y="1228725"/>
            <a:ext cx="1659193" cy="2269431"/>
          </a:xfrm>
          <a:prstGeom prst="hexagon">
            <a:avLst>
              <a:gd name="adj" fmla="val 18123"/>
              <a:gd name="vf" fmla="val 115470"/>
            </a:avLst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3243604" y="3569884"/>
            <a:ext cx="2262158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000" b="1" dirty="0">
                <a:latin typeface="Questrial" panose="020B0604020202020204" charset="0"/>
              </a:rPr>
              <a:t>MD. </a:t>
            </a:r>
            <a:r>
              <a:rPr lang="en-US" sz="2000" b="1" dirty="0" err="1">
                <a:latin typeface="Questrial" panose="020B0604020202020204" charset="0"/>
              </a:rPr>
              <a:t>Minhaz</a:t>
            </a:r>
            <a:r>
              <a:rPr lang="en-US" sz="2000" b="1" dirty="0">
                <a:latin typeface="Questrial" panose="020B0604020202020204" charset="0"/>
              </a:rPr>
              <a:t> Uddin </a:t>
            </a:r>
          </a:p>
          <a:p>
            <a:pPr lvl="0" algn="ctr"/>
            <a:r>
              <a:rPr lang="en-US" dirty="0" smtClean="0">
                <a:latin typeface="Questrial" panose="020B0604020202020204" charset="0"/>
              </a:rPr>
              <a:t>C243123</a:t>
            </a:r>
            <a:endParaRPr lang="en-US" dirty="0">
              <a:latin typeface="Questrial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1"/>
          <p:cNvSpPr txBox="1">
            <a:spLocks noGrp="1"/>
          </p:cNvSpPr>
          <p:nvPr>
            <p:ph type="title"/>
          </p:nvPr>
        </p:nvSpPr>
        <p:spPr>
          <a:xfrm>
            <a:off x="720000" y="542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653" name="Google Shape;653;p41"/>
          <p:cNvSpPr txBox="1">
            <a:spLocks noGrp="1"/>
          </p:cNvSpPr>
          <p:nvPr>
            <p:ph type="title" idx="7"/>
          </p:nvPr>
        </p:nvSpPr>
        <p:spPr>
          <a:xfrm>
            <a:off x="1048200" y="1279070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654" name="Google Shape;654;p41"/>
          <p:cNvSpPr txBox="1">
            <a:spLocks noGrp="1"/>
          </p:cNvSpPr>
          <p:nvPr>
            <p:ph type="title" idx="8"/>
          </p:nvPr>
        </p:nvSpPr>
        <p:spPr>
          <a:xfrm>
            <a:off x="940034" y="2821801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IV</a:t>
            </a:r>
            <a:endParaRPr dirty="0"/>
          </a:p>
        </p:txBody>
      </p:sp>
      <p:sp>
        <p:nvSpPr>
          <p:cNvPr id="655" name="Google Shape;655;p41"/>
          <p:cNvSpPr txBox="1">
            <a:spLocks noGrp="1"/>
          </p:cNvSpPr>
          <p:nvPr>
            <p:ph type="title" idx="9"/>
          </p:nvPr>
        </p:nvSpPr>
        <p:spPr>
          <a:xfrm>
            <a:off x="3796395" y="1248918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II</a:t>
            </a:r>
            <a:endParaRPr dirty="0"/>
          </a:p>
        </p:txBody>
      </p:sp>
      <p:sp>
        <p:nvSpPr>
          <p:cNvPr id="656" name="Google Shape;656;p41"/>
          <p:cNvSpPr txBox="1">
            <a:spLocks noGrp="1"/>
          </p:cNvSpPr>
          <p:nvPr>
            <p:ph type="title" idx="13"/>
          </p:nvPr>
        </p:nvSpPr>
        <p:spPr>
          <a:xfrm>
            <a:off x="2958668" y="2831020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657" name="Google Shape;657;p41"/>
          <p:cNvSpPr txBox="1">
            <a:spLocks noGrp="1"/>
          </p:cNvSpPr>
          <p:nvPr>
            <p:ph type="title" idx="14"/>
          </p:nvPr>
        </p:nvSpPr>
        <p:spPr>
          <a:xfrm>
            <a:off x="6363622" y="1248928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III</a:t>
            </a:r>
            <a:endParaRPr dirty="0"/>
          </a:p>
        </p:txBody>
      </p:sp>
      <p:sp>
        <p:nvSpPr>
          <p:cNvPr id="658" name="Google Shape;658;p41"/>
          <p:cNvSpPr txBox="1">
            <a:spLocks noGrp="1"/>
          </p:cNvSpPr>
          <p:nvPr>
            <p:ph type="title" idx="15"/>
          </p:nvPr>
        </p:nvSpPr>
        <p:spPr>
          <a:xfrm>
            <a:off x="6914313" y="2913970"/>
            <a:ext cx="734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smtClean="0"/>
              <a:t>VI</a:t>
            </a:r>
            <a:r>
              <a:rPr lang="en-US" dirty="0"/>
              <a:t>I</a:t>
            </a:r>
            <a:endParaRPr dirty="0"/>
          </a:p>
        </p:txBody>
      </p:sp>
      <p:sp>
        <p:nvSpPr>
          <p:cNvPr id="659" name="Google Shape;659;p41"/>
          <p:cNvSpPr txBox="1">
            <a:spLocks noGrp="1"/>
          </p:cNvSpPr>
          <p:nvPr>
            <p:ph type="subTitle" idx="16"/>
          </p:nvPr>
        </p:nvSpPr>
        <p:spPr>
          <a:xfrm rot="10800000" flipV="1">
            <a:off x="521985" y="1510188"/>
            <a:ext cx="2305500" cy="8347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660" name="Google Shape;660;p41"/>
          <p:cNvSpPr txBox="1">
            <a:spLocks noGrp="1"/>
          </p:cNvSpPr>
          <p:nvPr>
            <p:ph type="subTitle" idx="17"/>
          </p:nvPr>
        </p:nvSpPr>
        <p:spPr>
          <a:xfrm>
            <a:off x="3029260" y="1611468"/>
            <a:ext cx="2171080" cy="10554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Applications of AI in Chemistry</a:t>
            </a:r>
            <a:endParaRPr dirty="0"/>
          </a:p>
        </p:txBody>
      </p:sp>
      <p:sp>
        <p:nvSpPr>
          <p:cNvPr id="661" name="Google Shape;661;p41"/>
          <p:cNvSpPr txBox="1">
            <a:spLocks noGrp="1"/>
          </p:cNvSpPr>
          <p:nvPr>
            <p:ph type="subTitle" idx="18"/>
          </p:nvPr>
        </p:nvSpPr>
        <p:spPr>
          <a:xfrm>
            <a:off x="5578222" y="22124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AI in Drug Discovery</a:t>
            </a:r>
            <a:endParaRPr dirty="0"/>
          </a:p>
        </p:txBody>
      </p:sp>
      <p:sp>
        <p:nvSpPr>
          <p:cNvPr id="662" name="Google Shape;662;p41"/>
          <p:cNvSpPr txBox="1">
            <a:spLocks noGrp="1"/>
          </p:cNvSpPr>
          <p:nvPr>
            <p:ph type="subTitle" idx="19"/>
          </p:nvPr>
        </p:nvSpPr>
        <p:spPr>
          <a:xfrm>
            <a:off x="128467" y="368389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AI in </a:t>
            </a:r>
            <a:r>
              <a:rPr lang="en-GB" dirty="0" smtClean="0"/>
              <a:t>Structure </a:t>
            </a:r>
            <a:r>
              <a:rPr lang="en-GB" dirty="0"/>
              <a:t>Prediction</a:t>
            </a:r>
            <a:endParaRPr dirty="0"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20"/>
          </p:nvPr>
        </p:nvSpPr>
        <p:spPr>
          <a:xfrm>
            <a:off x="2173268" y="370460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AI in Laboratory Automation 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1"/>
          </p:nvPr>
        </p:nvSpPr>
        <p:spPr>
          <a:xfrm>
            <a:off x="6128913" y="342492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5" name="Google Shape;656;p41"/>
          <p:cNvSpPr txBox="1">
            <a:spLocks/>
          </p:cNvSpPr>
          <p:nvPr/>
        </p:nvSpPr>
        <p:spPr>
          <a:xfrm>
            <a:off x="4922840" y="2831020"/>
            <a:ext cx="734700" cy="48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dirty="0" smtClean="0"/>
              <a:t>V</a:t>
            </a:r>
            <a:r>
              <a:rPr lang="en" dirty="0"/>
              <a:t>I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478768" y="3398770"/>
            <a:ext cx="165462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0" indent="0" algn="ctr"/>
            <a:r>
              <a:rPr lang="en-US" sz="2000" b="1" dirty="0">
                <a:latin typeface="Questrial" panose="020B0604020202020204" charset="0"/>
              </a:rPr>
              <a:t>AI in </a:t>
            </a:r>
            <a:r>
              <a:rPr lang="en-US" sz="2000" b="1" dirty="0" smtClean="0">
                <a:latin typeface="Questrial" panose="020B0604020202020204" charset="0"/>
              </a:rPr>
              <a:t>Material</a:t>
            </a:r>
          </a:p>
          <a:p>
            <a:pPr marL="0" lvl="0" indent="0"/>
            <a:r>
              <a:rPr lang="en-US" sz="2000" b="1" dirty="0" smtClean="0">
                <a:latin typeface="Questrial" panose="020B0604020202020204" charset="0"/>
              </a:rPr>
              <a:t>Science</a:t>
            </a:r>
          </a:p>
          <a:p>
            <a:pPr marL="0" lvl="0" indent="0"/>
            <a:endParaRPr lang="en-US" sz="2000" dirty="0" smtClean="0">
              <a:latin typeface="Questrial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943350" y="2343900"/>
            <a:ext cx="4487400" cy="9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AI?</a:t>
            </a:r>
            <a:endParaRPr dirty="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2"/>
          </p:nvPr>
        </p:nvSpPr>
        <p:spPr>
          <a:xfrm>
            <a:off x="1057900" y="1440873"/>
            <a:ext cx="8086100" cy="2389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>
                <a:latin typeface="Bahnschrift SemiBold" panose="020B0502040204020203" pitchFamily="34" charset="0"/>
              </a:rPr>
              <a:t>1)   AI </a:t>
            </a:r>
            <a:r>
              <a:rPr lang="en-US" dirty="0">
                <a:latin typeface="Bahnschrift SemiBold" panose="020B0502040204020203" pitchFamily="34" charset="0"/>
              </a:rPr>
              <a:t>= Artificial </a:t>
            </a:r>
            <a:r>
              <a:rPr lang="en-US" dirty="0" smtClean="0">
                <a:latin typeface="Bahnschrift SemiBold" panose="020B0502040204020203" pitchFamily="34" charset="0"/>
              </a:rPr>
              <a:t>Intelligence.</a:t>
            </a:r>
          </a:p>
          <a:p>
            <a:pPr marL="0" lvl="0" indent="0"/>
            <a:r>
              <a:rPr lang="en-GB" dirty="0" smtClean="0"/>
              <a:t>                          </a:t>
            </a:r>
          </a:p>
          <a:p>
            <a:pPr marL="0" lvl="0" indent="0"/>
            <a:r>
              <a:rPr lang="en-GB" dirty="0"/>
              <a:t> </a:t>
            </a:r>
            <a:r>
              <a:rPr lang="en-GB" dirty="0" smtClean="0"/>
              <a:t>                            </a:t>
            </a:r>
          </a:p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2) A </a:t>
            </a:r>
            <a:r>
              <a:rPr lang="en-GB" dirty="0">
                <a:latin typeface="Bahnschrift SemiBold" panose="020B0502040204020203" pitchFamily="34" charset="0"/>
              </a:rPr>
              <a:t>computer system that can think, learn and solve </a:t>
            </a:r>
            <a:r>
              <a:rPr lang="en-GB" dirty="0" smtClean="0">
                <a:latin typeface="Bahnschrift SemiBold" panose="020B0502040204020203" pitchFamily="34" charset="0"/>
              </a:rPr>
              <a:t>problems.</a:t>
            </a:r>
          </a:p>
          <a:p>
            <a:pPr marL="0" indent="0"/>
            <a:endParaRPr lang="en-GB" dirty="0" smtClean="0"/>
          </a:p>
          <a:p>
            <a:pPr marL="0" indent="0"/>
            <a:endParaRPr lang="en-GB" dirty="0" smtClean="0"/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3)  AI </a:t>
            </a:r>
            <a:r>
              <a:rPr lang="en-GB" dirty="0">
                <a:latin typeface="Bahnschrift SemiBold" panose="020B0502040204020203" pitchFamily="34" charset="0"/>
              </a:rPr>
              <a:t>helps scientists do tasks faster, easier and more accurately</a:t>
            </a:r>
          </a:p>
          <a:p>
            <a:pPr marL="342900" lvl="0" indent="-342900">
              <a:buAutoNum type="arabicParenR"/>
            </a:pPr>
            <a:endParaRPr dirty="0"/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Why AI in Chemistry?</a:t>
            </a: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 smtClean="0"/>
              <a:t>Chemistry </a:t>
            </a:r>
            <a:r>
              <a:rPr lang="en-GB" dirty="0"/>
              <a:t>has huge data (molecules, reactions, structures</a:t>
            </a:r>
            <a:r>
              <a:rPr lang="en-GB" dirty="0" smtClean="0"/>
              <a:t>). </a:t>
            </a:r>
            <a:r>
              <a:rPr lang="en" dirty="0" smtClean="0"/>
              <a:t>You </a:t>
            </a:r>
            <a:r>
              <a:rPr lang="en" dirty="0"/>
              <a:t>can organize your ideas </a:t>
            </a:r>
            <a:r>
              <a:rPr lang="en" dirty="0" smtClean="0"/>
              <a:t>clearly.</a:t>
            </a:r>
            <a:endParaRPr dirty="0"/>
          </a:p>
          <a:p>
            <a:pPr lvl="0">
              <a:buSzPts val="1400"/>
              <a:buChar char="⬣"/>
            </a:pPr>
            <a:r>
              <a:rPr lang="en-GB" dirty="0" smtClean="0"/>
              <a:t> AI </a:t>
            </a:r>
            <a:r>
              <a:rPr lang="en-GB" dirty="0"/>
              <a:t>can </a:t>
            </a:r>
            <a:r>
              <a:rPr lang="en-GB" dirty="0" err="1" smtClean="0"/>
              <a:t>analyze</a:t>
            </a:r>
            <a:r>
              <a:rPr lang="en-GB" dirty="0" smtClean="0"/>
              <a:t> </a:t>
            </a:r>
            <a:r>
              <a:rPr lang="en-GB" dirty="0"/>
              <a:t>this data </a:t>
            </a:r>
            <a:r>
              <a:rPr lang="en-GB" dirty="0" smtClean="0"/>
              <a:t>quickly.</a:t>
            </a:r>
          </a:p>
          <a:p>
            <a:pPr lvl="0">
              <a:buSzPts val="1400"/>
              <a:buChar char="⬣"/>
            </a:pPr>
            <a:r>
              <a:rPr lang="en" dirty="0" smtClean="0"/>
              <a:t> </a:t>
            </a:r>
            <a:r>
              <a:rPr lang="en-GB" dirty="0"/>
              <a:t>Helps chemists make better </a:t>
            </a:r>
            <a:r>
              <a:rPr lang="en-GB" dirty="0" smtClean="0"/>
              <a:t>decisions.</a:t>
            </a:r>
          </a:p>
          <a:p>
            <a:pPr lvl="0">
              <a:buSzPts val="1400"/>
              <a:buChar char="⬣"/>
            </a:pPr>
            <a:r>
              <a:rPr lang="en-GB" dirty="0"/>
              <a:t> Saves time and reduces cost in </a:t>
            </a:r>
            <a:r>
              <a:rPr lang="en-GB" dirty="0" smtClean="0"/>
              <a:t>research.</a:t>
            </a:r>
            <a:endParaRPr dirty="0"/>
          </a:p>
        </p:txBody>
      </p:sp>
      <p:grpSp>
        <p:nvGrpSpPr>
          <p:cNvPr id="722" name="Google Shape;722;p45"/>
          <p:cNvGrpSpPr/>
          <p:nvPr/>
        </p:nvGrpSpPr>
        <p:grpSpPr>
          <a:xfrm>
            <a:off x="5320431" y="1053232"/>
            <a:ext cx="3020316" cy="3550769"/>
            <a:chOff x="5320431" y="1053232"/>
            <a:chExt cx="3020316" cy="3550769"/>
          </a:xfrm>
        </p:grpSpPr>
        <p:grpSp>
          <p:nvGrpSpPr>
            <p:cNvPr id="723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724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5" name="Google Shape;725;p45"/>
              <p:cNvPicPr preferRelativeResize="0"/>
              <p:nvPr/>
            </p:nvPicPr>
            <p:blipFill rotWithShape="1">
              <a:blip r:embed="rId3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726" name="Google Shape;726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27" name="Google Shape;72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Advantages of AI in Chemistry</a:t>
            </a:r>
            <a:endParaRPr dirty="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2"/>
          </p:nvPr>
        </p:nvSpPr>
        <p:spPr>
          <a:xfrm>
            <a:off x="988627" y="1198419"/>
            <a:ext cx="8086100" cy="2389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>
                <a:latin typeface="Bahnschrift SemiBold" panose="020B0502040204020203" pitchFamily="34" charset="0"/>
              </a:rPr>
              <a:t>1) </a:t>
            </a:r>
            <a:r>
              <a:rPr lang="en-US" dirty="0">
                <a:latin typeface="Bahnschrift SemiBold" panose="020B0502040204020203" pitchFamily="34" charset="0"/>
              </a:rPr>
              <a:t>Faster research</a:t>
            </a:r>
            <a:r>
              <a:rPr lang="en-GB" dirty="0" smtClean="0">
                <a:latin typeface="Bahnschrift SemiBold" panose="020B0502040204020203" pitchFamily="34" charset="0"/>
              </a:rPr>
              <a:t>                          </a:t>
            </a:r>
          </a:p>
          <a:p>
            <a:pPr marL="0" lvl="0" indent="0"/>
            <a:r>
              <a:rPr lang="en-GB" dirty="0">
                <a:latin typeface="Bahnschrift SemiBold" panose="020B0502040204020203" pitchFamily="34" charset="0"/>
              </a:rPr>
              <a:t> </a:t>
            </a:r>
            <a:r>
              <a:rPr lang="en-GB" dirty="0" smtClean="0">
                <a:latin typeface="Bahnschrift SemiBold" panose="020B0502040204020203" pitchFamily="34" charset="0"/>
              </a:rPr>
              <a:t>                            </a:t>
            </a:r>
          </a:p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2) </a:t>
            </a:r>
            <a:r>
              <a:rPr lang="en-US" dirty="0">
                <a:latin typeface="Bahnschrift SemiBold" panose="020B0502040204020203" pitchFamily="34" charset="0"/>
              </a:rPr>
              <a:t>More accurate predictions</a:t>
            </a:r>
            <a:r>
              <a:rPr lang="en-GB" dirty="0" smtClean="0">
                <a:latin typeface="Bahnschrift SemiBold" panose="020B0502040204020203" pitchFamily="34" charset="0"/>
              </a:rPr>
              <a:t>.</a:t>
            </a:r>
          </a:p>
          <a:p>
            <a:pPr marL="0" indent="0"/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3) Reduce extra </a:t>
            </a:r>
            <a:r>
              <a:rPr lang="en-US" dirty="0" smtClean="0">
                <a:latin typeface="Bahnschrift SemiBold" panose="020B0502040204020203" pitchFamily="34" charset="0"/>
              </a:rPr>
              <a:t>Cost</a:t>
            </a:r>
          </a:p>
          <a:p>
            <a:pPr marL="0" indent="0"/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4) </a:t>
            </a:r>
            <a:r>
              <a:rPr lang="en-US" dirty="0">
                <a:latin typeface="Bahnschrift SemiBold" panose="020B0502040204020203" pitchFamily="34" charset="0"/>
              </a:rPr>
              <a:t>Reduces human </a:t>
            </a:r>
            <a:r>
              <a:rPr lang="en-US" dirty="0" smtClean="0">
                <a:latin typeface="Bahnschrift SemiBold" panose="020B0502040204020203" pitchFamily="34" charset="0"/>
              </a:rPr>
              <a:t>error</a:t>
            </a:r>
          </a:p>
          <a:p>
            <a:pPr marL="0" indent="0"/>
            <a:endParaRPr lang="en-GB" dirty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>
                <a:latin typeface="Bahnschrift SemiBold" panose="020B0502040204020203" pitchFamily="34" charset="0"/>
              </a:rPr>
              <a:t>5) Helps discover new materials and medicines</a:t>
            </a:r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endParaRPr dirty="0"/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431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5"/>
          <p:cNvSpPr txBox="1">
            <a:spLocks noGrp="1"/>
          </p:cNvSpPr>
          <p:nvPr>
            <p:ph type="title"/>
          </p:nvPr>
        </p:nvSpPr>
        <p:spPr>
          <a:xfrm>
            <a:off x="3713400" y="1758788"/>
            <a:ext cx="4717500" cy="12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200,000,000</a:t>
            </a:r>
            <a:endParaRPr dirty="0"/>
          </a:p>
        </p:txBody>
      </p:sp>
      <p:sp>
        <p:nvSpPr>
          <p:cNvPr id="921" name="Google Shape;921;p55"/>
          <p:cNvSpPr txBox="1">
            <a:spLocks noGrp="1"/>
          </p:cNvSpPr>
          <p:nvPr>
            <p:ph type="subTitle" idx="1"/>
          </p:nvPr>
        </p:nvSpPr>
        <p:spPr>
          <a:xfrm>
            <a:off x="3713400" y="2973112"/>
            <a:ext cx="47175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smtClean="0"/>
              <a:t>AI </a:t>
            </a:r>
            <a:r>
              <a:rPr lang="en-GB" dirty="0"/>
              <a:t>has predicted over 200 million protein structures, helping scientists understand chemistry faster.</a:t>
            </a:r>
            <a:endParaRPr dirty="0"/>
          </a:p>
        </p:txBody>
      </p:sp>
      <p:grpSp>
        <p:nvGrpSpPr>
          <p:cNvPr id="922" name="Google Shape;922;p55"/>
          <p:cNvGrpSpPr/>
          <p:nvPr/>
        </p:nvGrpSpPr>
        <p:grpSpPr>
          <a:xfrm>
            <a:off x="596900" y="1476955"/>
            <a:ext cx="2878600" cy="3127040"/>
            <a:chOff x="596900" y="1476955"/>
            <a:chExt cx="2878600" cy="3127040"/>
          </a:xfrm>
        </p:grpSpPr>
        <p:grpSp>
          <p:nvGrpSpPr>
            <p:cNvPr id="923" name="Google Shape;923;p55"/>
            <p:cNvGrpSpPr/>
            <p:nvPr/>
          </p:nvGrpSpPr>
          <p:grpSpPr>
            <a:xfrm>
              <a:off x="596900" y="1476955"/>
              <a:ext cx="2860301" cy="2073628"/>
              <a:chOff x="596900" y="1476955"/>
              <a:chExt cx="2860301" cy="2073628"/>
            </a:xfrm>
          </p:grpSpPr>
          <p:grpSp>
            <p:nvGrpSpPr>
              <p:cNvPr id="924" name="Google Shape;924;p55"/>
              <p:cNvGrpSpPr/>
              <p:nvPr/>
            </p:nvGrpSpPr>
            <p:grpSpPr>
              <a:xfrm>
                <a:off x="596900" y="1745325"/>
                <a:ext cx="2803527" cy="1805258"/>
                <a:chOff x="5539325" y="1440525"/>
                <a:chExt cx="2803527" cy="1805258"/>
              </a:xfrm>
            </p:grpSpPr>
            <p:sp>
              <p:nvSpPr>
                <p:cNvPr id="925" name="Google Shape;925;p55"/>
                <p:cNvSpPr/>
                <p:nvPr/>
              </p:nvSpPr>
              <p:spPr>
                <a:xfrm>
                  <a:off x="6076160" y="1749733"/>
                  <a:ext cx="656101" cy="56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4" h="13150" extrusionOk="0">
                      <a:moveTo>
                        <a:pt x="3796" y="1"/>
                      </a:moveTo>
                      <a:lnTo>
                        <a:pt x="1" y="6576"/>
                      </a:lnTo>
                      <a:lnTo>
                        <a:pt x="3796" y="13150"/>
                      </a:lnTo>
                      <a:lnTo>
                        <a:pt x="11389" y="13150"/>
                      </a:lnTo>
                      <a:lnTo>
                        <a:pt x="15183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6" name="Google Shape;926;p55"/>
                <p:cNvSpPr/>
                <p:nvPr/>
              </p:nvSpPr>
              <p:spPr>
                <a:xfrm>
                  <a:off x="7149830" y="1749733"/>
                  <a:ext cx="656187" cy="56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6" h="13150" extrusionOk="0">
                      <a:moveTo>
                        <a:pt x="3796" y="1"/>
                      </a:moveTo>
                      <a:lnTo>
                        <a:pt x="1" y="6576"/>
                      </a:lnTo>
                      <a:lnTo>
                        <a:pt x="3796" y="13150"/>
                      </a:lnTo>
                      <a:lnTo>
                        <a:pt x="11389" y="13150"/>
                      </a:lnTo>
                      <a:lnTo>
                        <a:pt x="15186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7" name="Google Shape;927;p55"/>
                <p:cNvSpPr/>
                <p:nvPr/>
              </p:nvSpPr>
              <p:spPr>
                <a:xfrm>
                  <a:off x="7686665" y="1440525"/>
                  <a:ext cx="656187" cy="568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6" h="13149" extrusionOk="0">
                      <a:moveTo>
                        <a:pt x="3797" y="0"/>
                      </a:moveTo>
                      <a:lnTo>
                        <a:pt x="1" y="6573"/>
                      </a:lnTo>
                      <a:lnTo>
                        <a:pt x="3797" y="13148"/>
                      </a:lnTo>
                      <a:lnTo>
                        <a:pt x="11389" y="13148"/>
                      </a:lnTo>
                      <a:lnTo>
                        <a:pt x="15185" y="6573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8" name="Google Shape;928;p55"/>
                <p:cNvSpPr/>
                <p:nvPr/>
              </p:nvSpPr>
              <p:spPr>
                <a:xfrm>
                  <a:off x="6612995" y="2677572"/>
                  <a:ext cx="656187" cy="56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6" h="13150" extrusionOk="0">
                      <a:moveTo>
                        <a:pt x="3797" y="1"/>
                      </a:moveTo>
                      <a:lnTo>
                        <a:pt x="0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9" name="Google Shape;929;p55"/>
                <p:cNvSpPr/>
                <p:nvPr/>
              </p:nvSpPr>
              <p:spPr>
                <a:xfrm>
                  <a:off x="6612995" y="2059027"/>
                  <a:ext cx="656187" cy="56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6" h="13150" extrusionOk="0">
                      <a:moveTo>
                        <a:pt x="3797" y="0"/>
                      </a:moveTo>
                      <a:lnTo>
                        <a:pt x="0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0" name="Google Shape;930;p55"/>
                <p:cNvSpPr/>
                <p:nvPr/>
              </p:nvSpPr>
              <p:spPr>
                <a:xfrm>
                  <a:off x="5539325" y="1440525"/>
                  <a:ext cx="656144" cy="568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5" h="13149" extrusionOk="0">
                      <a:moveTo>
                        <a:pt x="3796" y="0"/>
                      </a:moveTo>
                      <a:lnTo>
                        <a:pt x="0" y="6573"/>
                      </a:lnTo>
                      <a:lnTo>
                        <a:pt x="3796" y="13148"/>
                      </a:lnTo>
                      <a:lnTo>
                        <a:pt x="11388" y="13148"/>
                      </a:lnTo>
                      <a:lnTo>
                        <a:pt x="15185" y="6573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1" name="Google Shape;931;p55"/>
                <p:cNvSpPr/>
                <p:nvPr/>
              </p:nvSpPr>
              <p:spPr>
                <a:xfrm>
                  <a:off x="6076160" y="2368321"/>
                  <a:ext cx="656101" cy="568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4" h="13150" extrusionOk="0">
                      <a:moveTo>
                        <a:pt x="3796" y="0"/>
                      </a:moveTo>
                      <a:lnTo>
                        <a:pt x="1" y="6575"/>
                      </a:lnTo>
                      <a:lnTo>
                        <a:pt x="3796" y="13149"/>
                      </a:lnTo>
                      <a:lnTo>
                        <a:pt x="11389" y="13149"/>
                      </a:lnTo>
                      <a:lnTo>
                        <a:pt x="15183" y="6575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2" name="Google Shape;932;p55"/>
                <p:cNvSpPr/>
                <p:nvPr/>
              </p:nvSpPr>
              <p:spPr>
                <a:xfrm>
                  <a:off x="6600815" y="1440525"/>
                  <a:ext cx="656187" cy="568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86" h="13149" extrusionOk="0">
                      <a:moveTo>
                        <a:pt x="3797" y="0"/>
                      </a:moveTo>
                      <a:lnTo>
                        <a:pt x="1" y="6573"/>
                      </a:lnTo>
                      <a:lnTo>
                        <a:pt x="3797" y="13148"/>
                      </a:lnTo>
                      <a:lnTo>
                        <a:pt x="11389" y="13148"/>
                      </a:lnTo>
                      <a:lnTo>
                        <a:pt x="15185" y="6573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33" name="Google Shape;933;p55"/>
              <p:cNvSpPr/>
              <p:nvPr/>
            </p:nvSpPr>
            <p:spPr>
              <a:xfrm>
                <a:off x="1305416" y="1476955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55"/>
              <p:cNvSpPr/>
              <p:nvPr/>
            </p:nvSpPr>
            <p:spPr>
              <a:xfrm>
                <a:off x="3086591" y="3000955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35" name="Google Shape;935;p55"/>
            <p:cNvPicPr preferRelativeResize="0"/>
            <p:nvPr/>
          </p:nvPicPr>
          <p:blipFill rotWithShape="1">
            <a:blip r:embed="rId3">
              <a:alphaModFix/>
            </a:blip>
            <a:srcRect l="18116" t="10280" r="18116" b="10272"/>
            <a:stretch/>
          </p:blipFill>
          <p:spPr>
            <a:xfrm rot="311193">
              <a:off x="914400" y="2548050"/>
              <a:ext cx="1523999" cy="189877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sp>
          <p:nvSpPr>
            <p:cNvPr id="936" name="Google Shape;936;p55"/>
            <p:cNvSpPr/>
            <p:nvPr/>
          </p:nvSpPr>
          <p:spPr>
            <a:xfrm>
              <a:off x="771300" y="4192995"/>
              <a:ext cx="2704200" cy="411000"/>
            </a:xfrm>
            <a:prstGeom prst="ellipse">
              <a:avLst/>
            </a:prstGeom>
            <a:solidFill>
              <a:schemeClr val="dk1">
                <a:alpha val="177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7" name="Google Shape;937;p55"/>
            <p:cNvPicPr preferRelativeResize="0"/>
            <p:nvPr/>
          </p:nvPicPr>
          <p:blipFill rotWithShape="1">
            <a:blip r:embed="rId4">
              <a:alphaModFix/>
            </a:blip>
            <a:srcRect l="24832" t="8664" r="24827" b="8664"/>
            <a:stretch/>
          </p:blipFill>
          <p:spPr>
            <a:xfrm flipH="1">
              <a:off x="1684575" y="1628775"/>
              <a:ext cx="1715850" cy="28180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800599" y="3046721"/>
            <a:ext cx="4487400" cy="9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Applications of AI in Chemistry</a:t>
            </a:r>
            <a:endParaRPr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Il</a:t>
            </a: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213167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Areas Where AI is Used in Chemistry</a:t>
            </a: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/>
              <a:t>Drug </a:t>
            </a:r>
            <a:r>
              <a:rPr lang="en-US" dirty="0" smtClean="0"/>
              <a:t>discovery.</a:t>
            </a:r>
            <a:r>
              <a:rPr lang="en-GB" dirty="0" smtClean="0"/>
              <a:t> </a:t>
            </a:r>
            <a:endParaRPr lang="en-US" dirty="0" smtClean="0"/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 smtClean="0"/>
              <a:t> </a:t>
            </a:r>
            <a:r>
              <a:rPr lang="en-US" dirty="0"/>
              <a:t>Chemical reaction </a:t>
            </a:r>
            <a:r>
              <a:rPr lang="en-US" dirty="0" smtClean="0"/>
              <a:t>prediction.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" dirty="0" smtClean="0"/>
              <a:t> </a:t>
            </a:r>
            <a:r>
              <a:rPr lang="en-US" dirty="0"/>
              <a:t>Material </a:t>
            </a:r>
            <a:r>
              <a:rPr lang="en-US" dirty="0" smtClean="0"/>
              <a:t>design.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 smtClean="0"/>
              <a:t> </a:t>
            </a:r>
            <a:r>
              <a:rPr lang="en-US" dirty="0"/>
              <a:t>Molecular structure </a:t>
            </a:r>
            <a:r>
              <a:rPr lang="en-US" dirty="0" smtClean="0"/>
              <a:t>analysis.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 smtClean="0"/>
              <a:t> Laboratory automation.</a:t>
            </a:r>
            <a:endParaRPr dirty="0"/>
          </a:p>
        </p:txBody>
      </p:sp>
      <p:grpSp>
        <p:nvGrpSpPr>
          <p:cNvPr id="722" name="Google Shape;722;p45"/>
          <p:cNvGrpSpPr/>
          <p:nvPr/>
        </p:nvGrpSpPr>
        <p:grpSpPr>
          <a:xfrm>
            <a:off x="5320431" y="1053232"/>
            <a:ext cx="3020316" cy="3550769"/>
            <a:chOff x="5320431" y="1053232"/>
            <a:chExt cx="3020316" cy="3550769"/>
          </a:xfrm>
        </p:grpSpPr>
        <p:grpSp>
          <p:nvGrpSpPr>
            <p:cNvPr id="723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724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5" name="Google Shape;725;p45"/>
              <p:cNvPicPr preferRelativeResize="0"/>
              <p:nvPr/>
            </p:nvPicPr>
            <p:blipFill rotWithShape="1">
              <a:blip r:embed="rId3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726" name="Google Shape;726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27" name="Google Shape;72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55459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724399" y="3124548"/>
            <a:ext cx="4487400" cy="9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 smtClean="0"/>
              <a:t>AI </a:t>
            </a:r>
            <a:r>
              <a:rPr lang="en-US" dirty="0"/>
              <a:t>in Drug </a:t>
            </a:r>
            <a:r>
              <a:rPr lang="en-US" dirty="0" smtClean="0"/>
              <a:t>  Discovery</a:t>
            </a:r>
            <a:endParaRPr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</a:t>
            </a:r>
            <a:r>
              <a:rPr lang="en" dirty="0" smtClean="0"/>
              <a:t>ll</a:t>
            </a: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280303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 in Drug Discovery</a:t>
            </a:r>
            <a:endParaRPr dirty="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2"/>
          </p:nvPr>
        </p:nvSpPr>
        <p:spPr>
          <a:xfrm>
            <a:off x="1057900" y="1440873"/>
            <a:ext cx="8086100" cy="2389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>
                <a:latin typeface="Bahnschrift SemiBold" panose="020B0502040204020203" pitchFamily="34" charset="0"/>
              </a:rPr>
              <a:t>1) </a:t>
            </a:r>
            <a:r>
              <a:rPr lang="en-GB" dirty="0">
                <a:latin typeface="Bahnschrift SemiBold" panose="020B0502040204020203" pitchFamily="34" charset="0"/>
              </a:rPr>
              <a:t>AI helps find new medicines faster</a:t>
            </a:r>
            <a:endParaRPr lang="en-US" dirty="0" smtClean="0">
              <a:latin typeface="Bahnschrift SemiBold" panose="020B0502040204020203" pitchFamily="34" charset="0"/>
            </a:endParaRPr>
          </a:p>
          <a:p>
            <a:pPr marL="0" lvl="0" indent="0"/>
            <a:r>
              <a:rPr lang="en-GB" dirty="0" smtClean="0"/>
              <a:t>                          </a:t>
            </a:r>
          </a:p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2) </a:t>
            </a:r>
            <a:r>
              <a:rPr lang="en-GB" dirty="0">
                <a:latin typeface="Bahnschrift SemiBold" panose="020B0502040204020203" pitchFamily="34" charset="0"/>
              </a:rPr>
              <a:t>Predicts how a molecule will behave</a:t>
            </a:r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endParaRPr lang="en-GB" dirty="0" smtClean="0"/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3) </a:t>
            </a:r>
            <a:r>
              <a:rPr lang="en-GB" dirty="0">
                <a:latin typeface="Bahnschrift SemiBold" panose="020B0502040204020203" pitchFamily="34" charset="0"/>
              </a:rPr>
              <a:t>Reduces the need for long lab </a:t>
            </a:r>
            <a:r>
              <a:rPr lang="en-GB" dirty="0" smtClean="0">
                <a:latin typeface="Bahnschrift SemiBold" panose="020B0502040204020203" pitchFamily="34" charset="0"/>
              </a:rPr>
              <a:t>experiments</a:t>
            </a:r>
          </a:p>
          <a:p>
            <a:pPr marL="0" indent="0"/>
            <a:endParaRPr lang="en-GB" dirty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4) </a:t>
            </a:r>
            <a:r>
              <a:rPr lang="en-GB" dirty="0">
                <a:latin typeface="Bahnschrift SemiBold" panose="020B0502040204020203" pitchFamily="34" charset="0"/>
              </a:rPr>
              <a:t>Used to discover drugs for cancer, COVID-19, genetic diseases, etc.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360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634271" y="3776734"/>
            <a:ext cx="4487400" cy="9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dirty="0"/>
              <a:t>AI in Chemical Reaction &amp; Structure Prediction</a:t>
            </a:r>
            <a:endParaRPr sz="4000"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798053" y="1123780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</a:t>
            </a:r>
            <a:r>
              <a:rPr lang="en" dirty="0"/>
              <a:t>V</a:t>
            </a: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30470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AI in Chemical Reaction </a:t>
            </a:r>
            <a:r>
              <a:rPr lang="en-GB" dirty="0" smtClean="0"/>
              <a:t>Prediction</a:t>
            </a:r>
            <a:r>
              <a:rPr lang="en-US" dirty="0" smtClean="0"/>
              <a:t>?</a:t>
            </a:r>
            <a:br>
              <a:rPr lang="en-US" dirty="0" smtClean="0"/>
            </a:b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spcBef>
                <a:spcPts val="1000"/>
              </a:spcBef>
              <a:buSzPts val="1400"/>
              <a:buNone/>
            </a:pPr>
            <a:r>
              <a:rPr lang="en-US" dirty="0"/>
              <a:t>AI models can predict:</a:t>
            </a:r>
            <a:endParaRPr lang="en-GB" dirty="0" smtClean="0"/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/>
              <a:t>What product will </a:t>
            </a:r>
            <a:r>
              <a:rPr lang="en-US" dirty="0" smtClean="0"/>
              <a:t>form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 smtClean="0"/>
              <a:t> </a:t>
            </a:r>
            <a:r>
              <a:rPr lang="en-US" dirty="0"/>
              <a:t>Reaction </a:t>
            </a:r>
            <a:r>
              <a:rPr lang="en-US" dirty="0" smtClean="0"/>
              <a:t>conditions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 smtClean="0"/>
              <a:t>Reaction Speed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/>
              <a:t>Helps chemists avoid failed experiments</a:t>
            </a:r>
            <a:endParaRPr lang="en-GB" dirty="0" smtClean="0"/>
          </a:p>
        </p:txBody>
      </p:sp>
      <p:grpSp>
        <p:nvGrpSpPr>
          <p:cNvPr id="722" name="Google Shape;722;p45"/>
          <p:cNvGrpSpPr/>
          <p:nvPr/>
        </p:nvGrpSpPr>
        <p:grpSpPr>
          <a:xfrm>
            <a:off x="5320431" y="1053232"/>
            <a:ext cx="3020316" cy="3550769"/>
            <a:chOff x="5320431" y="1053232"/>
            <a:chExt cx="3020316" cy="3550769"/>
          </a:xfrm>
        </p:grpSpPr>
        <p:grpSp>
          <p:nvGrpSpPr>
            <p:cNvPr id="723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724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5" name="Google Shape;725;p45"/>
              <p:cNvPicPr preferRelativeResize="0"/>
              <p:nvPr/>
            </p:nvPicPr>
            <p:blipFill rotWithShape="1">
              <a:blip r:embed="rId3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726" name="Google Shape;726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27" name="Google Shape;72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21819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 for Molecular Structure</a:t>
            </a:r>
            <a:endParaRPr dirty="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2"/>
          </p:nvPr>
        </p:nvSpPr>
        <p:spPr>
          <a:xfrm>
            <a:off x="1057900" y="1440873"/>
            <a:ext cx="8086100" cy="2389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>
                <a:latin typeface="Bahnschrift SemiBold" panose="020B0502040204020203" pitchFamily="34" charset="0"/>
              </a:rPr>
              <a:t>1) </a:t>
            </a:r>
            <a:r>
              <a:rPr lang="en-GB" dirty="0">
                <a:latin typeface="Bahnschrift SemiBold" panose="020B0502040204020203" pitchFamily="34" charset="0"/>
              </a:rPr>
              <a:t>AI tools (like </a:t>
            </a:r>
            <a:r>
              <a:rPr lang="en-GB" dirty="0" err="1">
                <a:latin typeface="Bahnschrift SemiBold" panose="020B0502040204020203" pitchFamily="34" charset="0"/>
              </a:rPr>
              <a:t>DeepMind’s</a:t>
            </a:r>
            <a:r>
              <a:rPr lang="en-GB" dirty="0">
                <a:latin typeface="Bahnschrift SemiBold" panose="020B0502040204020203" pitchFamily="34" charset="0"/>
              </a:rPr>
              <a:t> </a:t>
            </a:r>
            <a:r>
              <a:rPr lang="en-GB" dirty="0" err="1">
                <a:latin typeface="Bahnschrift SemiBold" panose="020B0502040204020203" pitchFamily="34" charset="0"/>
              </a:rPr>
              <a:t>AlphaFold</a:t>
            </a:r>
            <a:r>
              <a:rPr lang="en-GB" dirty="0">
                <a:latin typeface="Bahnschrift SemiBold" panose="020B0502040204020203" pitchFamily="34" charset="0"/>
              </a:rPr>
              <a:t>) predict </a:t>
            </a:r>
            <a:r>
              <a:rPr lang="en-GB" b="1" dirty="0">
                <a:latin typeface="Bahnschrift SemiBold" panose="020B0502040204020203" pitchFamily="34" charset="0"/>
              </a:rPr>
              <a:t>3D structures of molecules</a:t>
            </a:r>
            <a:r>
              <a:rPr lang="en-GB" dirty="0" smtClean="0">
                <a:latin typeface="Bahnschrift SemiBold" panose="020B0502040204020203" pitchFamily="34" charset="0"/>
              </a:rPr>
              <a:t>                          </a:t>
            </a:r>
          </a:p>
          <a:p>
            <a:pPr marL="0" lvl="0" indent="0"/>
            <a:r>
              <a:rPr lang="en-GB" dirty="0"/>
              <a:t> </a:t>
            </a:r>
            <a:r>
              <a:rPr lang="en-GB" dirty="0" smtClean="0"/>
              <a:t>                            </a:t>
            </a:r>
          </a:p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2) </a:t>
            </a:r>
            <a:r>
              <a:rPr lang="en-GB" dirty="0">
                <a:latin typeface="Bahnschrift SemiBold" panose="020B0502040204020203" pitchFamily="34" charset="0"/>
              </a:rPr>
              <a:t>Helps understand how proteins work</a:t>
            </a:r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endParaRPr lang="en-GB" dirty="0" smtClean="0"/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3) </a:t>
            </a:r>
            <a:r>
              <a:rPr lang="en-GB" dirty="0">
                <a:latin typeface="Bahnschrift SemiBold" panose="020B0502040204020203" pitchFamily="34" charset="0"/>
              </a:rPr>
              <a:t>Important for medicine and biotechnology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2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708290" y="2858280"/>
            <a:ext cx="4013438" cy="968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AI in </a:t>
            </a:r>
            <a:r>
              <a:rPr lang="en-US" sz="4400" dirty="0"/>
              <a:t>Laboratory </a:t>
            </a:r>
            <a:r>
              <a:rPr lang="en-US" sz="4000" dirty="0" smtClean="0"/>
              <a:t>Automation</a:t>
            </a:r>
            <a:endParaRPr sz="4000"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885523" y="1348753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</a:t>
            </a: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423768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 in Lab Automation</a:t>
            </a:r>
            <a:endParaRPr dirty="0"/>
          </a:p>
        </p:txBody>
      </p:sp>
      <p:sp>
        <p:nvSpPr>
          <p:cNvPr id="714" name="Google Shape;714;p44"/>
          <p:cNvSpPr txBox="1">
            <a:spLocks noGrp="1"/>
          </p:cNvSpPr>
          <p:nvPr>
            <p:ph type="subTitle" idx="2"/>
          </p:nvPr>
        </p:nvSpPr>
        <p:spPr>
          <a:xfrm>
            <a:off x="1057900" y="1364673"/>
            <a:ext cx="8086100" cy="2389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1) Robots </a:t>
            </a:r>
            <a:r>
              <a:rPr lang="en-GB" dirty="0">
                <a:latin typeface="Bahnschrift SemiBold" panose="020B0502040204020203" pitchFamily="34" charset="0"/>
              </a:rPr>
              <a:t>controlled by AI perform lab </a:t>
            </a:r>
            <a:r>
              <a:rPr lang="en-GB" dirty="0" smtClean="0">
                <a:latin typeface="Bahnschrift SemiBold" panose="020B0502040204020203" pitchFamily="34" charset="0"/>
              </a:rPr>
              <a:t>work</a:t>
            </a:r>
          </a:p>
          <a:p>
            <a:pPr marL="342900" lvl="0" indent="-342900">
              <a:buAutoNum type="arabicParenR"/>
            </a:pPr>
            <a:endParaRPr lang="en-GB" dirty="0" smtClean="0">
              <a:latin typeface="Bahnschrift SemiBold" panose="020B0502040204020203" pitchFamily="34" charset="0"/>
            </a:endParaRPr>
          </a:p>
          <a:p>
            <a:pPr marL="0" lvl="0" indent="0"/>
            <a:r>
              <a:rPr lang="en-GB" dirty="0" smtClean="0">
                <a:latin typeface="Bahnschrift SemiBold" panose="020B0502040204020203" pitchFamily="34" charset="0"/>
              </a:rPr>
              <a:t>2) </a:t>
            </a:r>
            <a:r>
              <a:rPr lang="en-US" dirty="0">
                <a:latin typeface="Bahnschrift SemiBold" panose="020B0502040204020203" pitchFamily="34" charset="0"/>
              </a:rPr>
              <a:t>Mixing </a:t>
            </a:r>
            <a:r>
              <a:rPr lang="en-US" dirty="0" smtClean="0">
                <a:latin typeface="Bahnschrift SemiBold" panose="020B0502040204020203" pitchFamily="34" charset="0"/>
              </a:rPr>
              <a:t>chemicals</a:t>
            </a:r>
          </a:p>
          <a:p>
            <a:pPr marL="0" lvl="0" indent="0"/>
            <a:endParaRPr lang="en-GB" dirty="0" smtClean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3) </a:t>
            </a:r>
            <a:r>
              <a:rPr lang="en-US" dirty="0">
                <a:latin typeface="Bahnschrift SemiBold" panose="020B0502040204020203" pitchFamily="34" charset="0"/>
              </a:rPr>
              <a:t>Running </a:t>
            </a:r>
            <a:r>
              <a:rPr lang="en-US" dirty="0" smtClean="0">
                <a:latin typeface="Bahnschrift SemiBold" panose="020B0502040204020203" pitchFamily="34" charset="0"/>
              </a:rPr>
              <a:t>experiments</a:t>
            </a:r>
          </a:p>
          <a:p>
            <a:pPr marL="0" indent="0"/>
            <a:endParaRPr lang="en-GB" dirty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4) </a:t>
            </a:r>
            <a:r>
              <a:rPr lang="en-US" dirty="0">
                <a:latin typeface="Bahnschrift SemiBold" panose="020B0502040204020203" pitchFamily="34" charset="0"/>
              </a:rPr>
              <a:t>Collecting and analyzing </a:t>
            </a:r>
            <a:r>
              <a:rPr lang="en-US" dirty="0" smtClean="0">
                <a:latin typeface="Bahnschrift SemiBold" panose="020B0502040204020203" pitchFamily="34" charset="0"/>
              </a:rPr>
              <a:t>data</a:t>
            </a:r>
          </a:p>
          <a:p>
            <a:pPr marL="0" indent="0"/>
            <a:endParaRPr lang="en-US" dirty="0" smtClean="0">
              <a:latin typeface="Bahnschrift SemiBold" panose="020B0502040204020203" pitchFamily="34" charset="0"/>
            </a:endParaRPr>
          </a:p>
          <a:p>
            <a:pPr marL="0" indent="0"/>
            <a:r>
              <a:rPr lang="en-GB" dirty="0" smtClean="0">
                <a:latin typeface="Bahnschrift SemiBold" panose="020B0502040204020203" pitchFamily="34" charset="0"/>
              </a:rPr>
              <a:t>5) </a:t>
            </a:r>
            <a:r>
              <a:rPr lang="en-GB" dirty="0">
                <a:latin typeface="Bahnschrift SemiBold" panose="020B0502040204020203" pitchFamily="34" charset="0"/>
              </a:rPr>
              <a:t>Makes research faster and safer</a:t>
            </a:r>
            <a:endParaRPr dirty="0">
              <a:latin typeface="Bahnschrift SemiBold" panose="020B0502040204020203" pitchFamily="34" charset="0"/>
            </a:endParaRPr>
          </a:p>
        </p:txBody>
      </p:sp>
      <p:pic>
        <p:nvPicPr>
          <p:cNvPr id="715" name="Google Shape;715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23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708290" y="2858280"/>
            <a:ext cx="4013438" cy="968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AI </a:t>
            </a:r>
            <a:r>
              <a:rPr lang="en-US" sz="4000" dirty="0" smtClean="0"/>
              <a:t>in Material Science</a:t>
            </a:r>
            <a:endParaRPr sz="4000"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885523" y="1348753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smtClean="0"/>
              <a:t>V</a:t>
            </a:r>
            <a:r>
              <a:rPr lang="en-US" dirty="0"/>
              <a:t>I</a:t>
            </a: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333021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AI in Material Science</a:t>
            </a:r>
            <a:r>
              <a:rPr lang="en-US" dirty="0" smtClean="0"/>
              <a:t/>
            </a:r>
            <a:br>
              <a:rPr lang="en-US" dirty="0" smtClean="0"/>
            </a:b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spcBef>
                <a:spcPts val="1000"/>
              </a:spcBef>
              <a:buSzPts val="1400"/>
              <a:buNone/>
            </a:pPr>
            <a:r>
              <a:rPr lang="en-GB" dirty="0" smtClean="0"/>
              <a:t>1) AI </a:t>
            </a:r>
            <a:r>
              <a:rPr lang="en-GB" dirty="0"/>
              <a:t>designs new materials </a:t>
            </a:r>
            <a:r>
              <a:rPr lang="en-GB" dirty="0" smtClean="0"/>
              <a:t>like:</a:t>
            </a:r>
            <a:endParaRPr lang="en-US" dirty="0" smtClean="0"/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/>
              <a:t>Better batteries </a:t>
            </a:r>
            <a:endParaRPr lang="en-US" dirty="0" smtClean="0"/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 smtClean="0"/>
              <a:t>Stronger </a:t>
            </a:r>
            <a:r>
              <a:rPr lang="en-US" dirty="0"/>
              <a:t>metals</a:t>
            </a:r>
            <a:r>
              <a:rPr lang="en-GB" dirty="0" smtClean="0"/>
              <a:t> 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US" dirty="0"/>
              <a:t>Lightweight </a:t>
            </a:r>
            <a:r>
              <a:rPr lang="en-US" dirty="0" smtClean="0"/>
              <a:t>materials</a:t>
            </a:r>
          </a:p>
          <a:p>
            <a:pPr marL="139700" lvl="0" indent="0">
              <a:spcBef>
                <a:spcPts val="1000"/>
              </a:spcBef>
              <a:buSzPts val="1400"/>
              <a:buNone/>
            </a:pPr>
            <a:r>
              <a:rPr lang="en-GB" dirty="0" smtClean="0"/>
              <a:t>2) Used </a:t>
            </a:r>
            <a:r>
              <a:rPr lang="en-GB" dirty="0"/>
              <a:t>in electronics, aerospace, renewable energy</a:t>
            </a:r>
            <a:endParaRPr lang="en-GB" dirty="0" smtClean="0"/>
          </a:p>
        </p:txBody>
      </p:sp>
      <p:grpSp>
        <p:nvGrpSpPr>
          <p:cNvPr id="722" name="Google Shape;722;p45"/>
          <p:cNvGrpSpPr/>
          <p:nvPr/>
        </p:nvGrpSpPr>
        <p:grpSpPr>
          <a:xfrm>
            <a:off x="5320431" y="1053232"/>
            <a:ext cx="3020316" cy="3550769"/>
            <a:chOff x="5320431" y="1053232"/>
            <a:chExt cx="3020316" cy="3550769"/>
          </a:xfrm>
        </p:grpSpPr>
        <p:grpSp>
          <p:nvGrpSpPr>
            <p:cNvPr id="723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724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5" name="Google Shape;725;p45"/>
              <p:cNvPicPr preferRelativeResize="0"/>
              <p:nvPr/>
            </p:nvPicPr>
            <p:blipFill rotWithShape="1">
              <a:blip r:embed="rId3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726" name="Google Shape;726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27" name="Google Shape;72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02872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AI’s primary </a:t>
            </a:r>
            <a:r>
              <a:rPr lang="en-US" dirty="0"/>
              <a:t>I</a:t>
            </a:r>
            <a:r>
              <a:rPr lang="en-US" dirty="0" smtClean="0"/>
              <a:t>mpact Areas in Chemistry</a:t>
            </a:r>
            <a:endParaRPr dirty="0"/>
          </a:p>
        </p:txBody>
      </p:sp>
      <p:sp>
        <p:nvSpPr>
          <p:cNvPr id="1190" name="Google Shape;1190;p67"/>
          <p:cNvSpPr txBox="1"/>
          <p:nvPr/>
        </p:nvSpPr>
        <p:spPr>
          <a:xfrm>
            <a:off x="4755683" y="4026071"/>
            <a:ext cx="34446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91" name="Google Shape;1191;p67"/>
          <p:cNvSpPr txBox="1">
            <a:spLocks noGrp="1"/>
          </p:cNvSpPr>
          <p:nvPr>
            <p:ph type="title" idx="4294967295"/>
          </p:nvPr>
        </p:nvSpPr>
        <p:spPr>
          <a:xfrm>
            <a:off x="920381" y="2452750"/>
            <a:ext cx="1788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/>
              <a:t>Drug Discovery &amp; Optimization</a:t>
            </a:r>
          </a:p>
        </p:txBody>
      </p:sp>
      <p:sp>
        <p:nvSpPr>
          <p:cNvPr id="1193" name="Google Shape;1193;p67"/>
          <p:cNvSpPr txBox="1">
            <a:spLocks noGrp="1"/>
          </p:cNvSpPr>
          <p:nvPr>
            <p:ph type="title" idx="4294967295"/>
          </p:nvPr>
        </p:nvSpPr>
        <p:spPr>
          <a:xfrm>
            <a:off x="855613" y="3864885"/>
            <a:ext cx="1788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/>
              <a:t>Lab Automation &amp; Efficiency</a:t>
            </a:r>
          </a:p>
        </p:txBody>
      </p:sp>
      <p:sp>
        <p:nvSpPr>
          <p:cNvPr id="1195" name="Google Shape;1195;p67"/>
          <p:cNvSpPr txBox="1">
            <a:spLocks noGrp="1"/>
          </p:cNvSpPr>
          <p:nvPr>
            <p:ph type="title" idx="4294967295"/>
          </p:nvPr>
        </p:nvSpPr>
        <p:spPr>
          <a:xfrm>
            <a:off x="3197800" y="2483202"/>
            <a:ext cx="1788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/>
              <a:t>Advanced Materials Design</a:t>
            </a:r>
          </a:p>
        </p:txBody>
      </p:sp>
      <p:sp>
        <p:nvSpPr>
          <p:cNvPr id="1197" name="Google Shape;1197;p67"/>
          <p:cNvSpPr txBox="1">
            <a:spLocks noGrp="1"/>
          </p:cNvSpPr>
          <p:nvPr>
            <p:ph type="title" idx="4294967295"/>
          </p:nvPr>
        </p:nvSpPr>
        <p:spPr>
          <a:xfrm>
            <a:off x="3181008" y="3871075"/>
            <a:ext cx="17883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 err="1" smtClean="0"/>
              <a:t>Retrosynthess</a:t>
            </a:r>
            <a:r>
              <a:rPr lang="en-US" sz="2000" dirty="0" smtClean="0"/>
              <a:t> </a:t>
            </a:r>
            <a:r>
              <a:rPr lang="en-US" sz="2000" dirty="0"/>
              <a:t>&amp; Prediction</a:t>
            </a:r>
          </a:p>
        </p:txBody>
      </p:sp>
      <p:sp>
        <p:nvSpPr>
          <p:cNvPr id="1199" name="Google Shape;1199;p67"/>
          <p:cNvSpPr/>
          <p:nvPr/>
        </p:nvSpPr>
        <p:spPr>
          <a:xfrm>
            <a:off x="713225" y="2074150"/>
            <a:ext cx="209700" cy="209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67"/>
          <p:cNvSpPr/>
          <p:nvPr/>
        </p:nvSpPr>
        <p:spPr>
          <a:xfrm>
            <a:off x="713225" y="3760035"/>
            <a:ext cx="209700" cy="20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67"/>
          <p:cNvSpPr/>
          <p:nvPr/>
        </p:nvSpPr>
        <p:spPr>
          <a:xfrm>
            <a:off x="2988100" y="2074150"/>
            <a:ext cx="209700" cy="209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67"/>
          <p:cNvSpPr/>
          <p:nvPr/>
        </p:nvSpPr>
        <p:spPr>
          <a:xfrm>
            <a:off x="2988100" y="3760035"/>
            <a:ext cx="209700" cy="20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67"/>
          <p:cNvSpPr txBox="1">
            <a:spLocks noGrp="1"/>
          </p:cNvSpPr>
          <p:nvPr>
            <p:ph type="title" idx="4294967295"/>
          </p:nvPr>
        </p:nvSpPr>
        <p:spPr>
          <a:xfrm>
            <a:off x="922925" y="3136075"/>
            <a:ext cx="1066200" cy="484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smtClean="0">
                <a:solidFill>
                  <a:schemeClr val="dk2"/>
                </a:solidFill>
              </a:rPr>
              <a:t>10%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204" name="Google Shape;1204;p67"/>
          <p:cNvSpPr txBox="1">
            <a:spLocks noGrp="1"/>
          </p:cNvSpPr>
          <p:nvPr>
            <p:ph type="title" idx="4294967295"/>
          </p:nvPr>
        </p:nvSpPr>
        <p:spPr>
          <a:xfrm>
            <a:off x="3197801" y="3136075"/>
            <a:ext cx="1066200" cy="484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smtClean="0">
                <a:solidFill>
                  <a:schemeClr val="dk2"/>
                </a:solidFill>
              </a:rPr>
              <a:t>15%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205" name="Google Shape;1205;p67"/>
          <p:cNvSpPr txBox="1">
            <a:spLocks noGrp="1"/>
          </p:cNvSpPr>
          <p:nvPr>
            <p:ph type="title" idx="4294967295"/>
          </p:nvPr>
        </p:nvSpPr>
        <p:spPr>
          <a:xfrm>
            <a:off x="922925" y="1463638"/>
            <a:ext cx="1066200" cy="484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smtClean="0">
                <a:solidFill>
                  <a:schemeClr val="dk2"/>
                </a:solidFill>
              </a:rPr>
              <a:t>45%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206" name="Google Shape;1206;p67"/>
          <p:cNvSpPr txBox="1">
            <a:spLocks noGrp="1"/>
          </p:cNvSpPr>
          <p:nvPr>
            <p:ph type="title" idx="4294967295"/>
          </p:nvPr>
        </p:nvSpPr>
        <p:spPr>
          <a:xfrm>
            <a:off x="3197801" y="1463638"/>
            <a:ext cx="1066200" cy="484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 smtClean="0">
                <a:solidFill>
                  <a:schemeClr val="dk2"/>
                </a:solidFill>
              </a:rPr>
              <a:t>30%</a:t>
            </a:r>
            <a:endParaRPr sz="3000" dirty="0">
              <a:solidFill>
                <a:schemeClr val="dk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258" y="1110784"/>
            <a:ext cx="3638550" cy="361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"/>
          <p:cNvSpPr txBox="1">
            <a:spLocks noGrp="1"/>
          </p:cNvSpPr>
          <p:nvPr>
            <p:ph type="title"/>
          </p:nvPr>
        </p:nvSpPr>
        <p:spPr>
          <a:xfrm>
            <a:off x="3715217" y="2599091"/>
            <a:ext cx="4013438" cy="968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 smtClean="0"/>
              <a:t>Conclusion</a:t>
            </a:r>
            <a:endParaRPr sz="4000" dirty="0"/>
          </a:p>
        </p:txBody>
      </p:sp>
      <p:sp>
        <p:nvSpPr>
          <p:cNvPr id="689" name="Google Shape;689;p43"/>
          <p:cNvSpPr txBox="1">
            <a:spLocks noGrp="1"/>
          </p:cNvSpPr>
          <p:nvPr>
            <p:ph type="title" idx="2"/>
          </p:nvPr>
        </p:nvSpPr>
        <p:spPr>
          <a:xfrm>
            <a:off x="3885523" y="1683191"/>
            <a:ext cx="1163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 smtClean="0"/>
              <a:t/>
            </a:r>
            <a:br>
              <a:rPr lang="en" dirty="0" smtClean="0"/>
            </a:br>
            <a:r>
              <a:rPr lang="en" dirty="0" smtClean="0"/>
              <a:t>V</a:t>
            </a:r>
            <a:r>
              <a:rPr lang="en-US" dirty="0"/>
              <a:t>II</a:t>
            </a:r>
            <a:br>
              <a:rPr lang="en-US" dirty="0"/>
            </a:br>
            <a:endParaRPr dirty="0"/>
          </a:p>
        </p:txBody>
      </p:sp>
      <p:grpSp>
        <p:nvGrpSpPr>
          <p:cNvPr id="691" name="Google Shape;691;p43"/>
          <p:cNvGrpSpPr/>
          <p:nvPr/>
        </p:nvGrpSpPr>
        <p:grpSpPr>
          <a:xfrm>
            <a:off x="313175" y="1381125"/>
            <a:ext cx="3268225" cy="3222870"/>
            <a:chOff x="313175" y="1381125"/>
            <a:chExt cx="3268225" cy="3222870"/>
          </a:xfrm>
        </p:grpSpPr>
        <p:grpSp>
          <p:nvGrpSpPr>
            <p:cNvPr id="692" name="Google Shape;692;p43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93" name="Google Shape;693;p43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43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43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43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43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3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3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43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43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43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43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4" name="Google Shape;704;p43"/>
            <p:cNvGrpSpPr/>
            <p:nvPr/>
          </p:nvGrpSpPr>
          <p:grpSpPr>
            <a:xfrm>
              <a:off x="313175" y="1628700"/>
              <a:ext cx="3268225" cy="2975295"/>
              <a:chOff x="313175" y="1628700"/>
              <a:chExt cx="3268225" cy="2975295"/>
            </a:xfrm>
          </p:grpSpPr>
          <p:pic>
            <p:nvPicPr>
              <p:cNvPr id="705" name="Google Shape;705;p43"/>
              <p:cNvPicPr preferRelativeResize="0"/>
              <p:nvPr/>
            </p:nvPicPr>
            <p:blipFill rotWithShape="1">
              <a:blip r:embed="rId3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706" name="Google Shape;706;p43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7" name="Google Shape;707;p43"/>
              <p:cNvPicPr preferRelativeResize="0"/>
              <p:nvPr/>
            </p:nvPicPr>
            <p:blipFill rotWithShape="1">
              <a:blip r:embed="rId4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17513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5"/>
          <p:cNvSpPr txBox="1">
            <a:spLocks noGrp="1"/>
          </p:cNvSpPr>
          <p:nvPr>
            <p:ph type="title"/>
          </p:nvPr>
        </p:nvSpPr>
        <p:spPr>
          <a:xfrm>
            <a:off x="228164" y="501457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Summary</a:t>
            </a:r>
            <a:br>
              <a:rPr lang="en-US" dirty="0" smtClean="0"/>
            </a:br>
            <a:endParaRPr dirty="0"/>
          </a:p>
        </p:txBody>
      </p:sp>
      <p:sp>
        <p:nvSpPr>
          <p:cNvPr id="721" name="Google Shape;721;p45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/>
              <a:t>AI is transforming modern </a:t>
            </a:r>
            <a:r>
              <a:rPr lang="en-GB" dirty="0" smtClean="0"/>
              <a:t>chemistry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/>
              <a:t>Helps in drug development, reaction prediction, material </a:t>
            </a:r>
            <a:r>
              <a:rPr lang="en-GB" dirty="0" smtClean="0"/>
              <a:t>design</a:t>
            </a:r>
          </a:p>
          <a:p>
            <a:pPr lvl="0">
              <a:spcBef>
                <a:spcPts val="1000"/>
              </a:spcBef>
              <a:buSzPts val="1400"/>
              <a:buChar char="⬣"/>
            </a:pPr>
            <a:r>
              <a:rPr lang="en-GB" dirty="0"/>
              <a:t>Increases speed, accuracy, and </a:t>
            </a:r>
            <a:r>
              <a:rPr lang="en-GB" dirty="0" smtClean="0"/>
              <a:t>safety</a:t>
            </a:r>
          </a:p>
          <a:p>
            <a:r>
              <a:rPr lang="en-GB" dirty="0"/>
              <a:t>Makes scientific research more </a:t>
            </a:r>
            <a:r>
              <a:rPr lang="en-GB" dirty="0" smtClean="0"/>
              <a:t>efficient</a:t>
            </a:r>
          </a:p>
          <a:p>
            <a:pPr marL="139700" indent="0">
              <a:buNone/>
            </a:pPr>
            <a:endParaRPr lang="en-GB" dirty="0"/>
          </a:p>
        </p:txBody>
      </p:sp>
      <p:grpSp>
        <p:nvGrpSpPr>
          <p:cNvPr id="722" name="Google Shape;722;p45"/>
          <p:cNvGrpSpPr/>
          <p:nvPr/>
        </p:nvGrpSpPr>
        <p:grpSpPr>
          <a:xfrm>
            <a:off x="5320431" y="1053232"/>
            <a:ext cx="3020316" cy="3550769"/>
            <a:chOff x="5320431" y="1053232"/>
            <a:chExt cx="3020316" cy="3550769"/>
          </a:xfrm>
        </p:grpSpPr>
        <p:grpSp>
          <p:nvGrpSpPr>
            <p:cNvPr id="723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724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25" name="Google Shape;725;p45"/>
              <p:cNvPicPr preferRelativeResize="0"/>
              <p:nvPr/>
            </p:nvPicPr>
            <p:blipFill rotWithShape="1">
              <a:blip r:embed="rId3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726" name="Google Shape;726;p4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27" name="Google Shape;727;p4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3337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10" y="280936"/>
            <a:ext cx="5281118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3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Final Thoughts</a:t>
            </a:r>
            <a:endParaRPr dirty="0"/>
          </a:p>
        </p:txBody>
      </p:sp>
      <p:sp>
        <p:nvSpPr>
          <p:cNvPr id="749" name="Google Shape;749;p47"/>
          <p:cNvSpPr txBox="1">
            <a:spLocks noGrp="1"/>
          </p:cNvSpPr>
          <p:nvPr>
            <p:ph type="subTitle" idx="1"/>
          </p:nvPr>
        </p:nvSpPr>
        <p:spPr>
          <a:xfrm>
            <a:off x="623210" y="2982810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AI helps </a:t>
            </a:r>
            <a:r>
              <a:rPr lang="en-GB" dirty="0" smtClean="0"/>
              <a:t>automate chemical </a:t>
            </a:r>
            <a:r>
              <a:rPr lang="en-GB" dirty="0"/>
              <a:t>testing and data analysis, making experiments faster and more accurate.</a:t>
            </a:r>
          </a:p>
        </p:txBody>
      </p:sp>
      <p:sp>
        <p:nvSpPr>
          <p:cNvPr id="750" name="Google Shape;750;p47"/>
          <p:cNvSpPr txBox="1">
            <a:spLocks noGrp="1"/>
          </p:cNvSpPr>
          <p:nvPr>
            <p:ph type="subTitle" idx="2"/>
          </p:nvPr>
        </p:nvSpPr>
        <p:spPr>
          <a:xfrm>
            <a:off x="3450746" y="3335957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AI predicts the 3D structure of molecules and proteins, helping scientists understand chemical </a:t>
            </a:r>
            <a:r>
              <a:rPr lang="en-GB" dirty="0" err="1"/>
              <a:t>behavior</a:t>
            </a:r>
            <a:r>
              <a:rPr lang="en-GB" dirty="0"/>
              <a:t>.</a:t>
            </a:r>
            <a:endParaRPr dirty="0"/>
          </a:p>
        </p:txBody>
      </p:sp>
      <p:sp>
        <p:nvSpPr>
          <p:cNvPr id="751" name="Google Shape;751;p47"/>
          <p:cNvSpPr txBox="1">
            <a:spLocks noGrp="1"/>
          </p:cNvSpPr>
          <p:nvPr>
            <p:ph type="subTitle" idx="3"/>
          </p:nvPr>
        </p:nvSpPr>
        <p:spPr>
          <a:xfrm>
            <a:off x="6072646" y="3018263"/>
            <a:ext cx="2242500" cy="8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AI speeds up the discovery of new medicines and designs advanced materials like better batteries and polymers.</a:t>
            </a:r>
          </a:p>
        </p:txBody>
      </p:sp>
      <p:sp>
        <p:nvSpPr>
          <p:cNvPr id="752" name="Google Shape;752;p47"/>
          <p:cNvSpPr txBox="1">
            <a:spLocks noGrp="1"/>
          </p:cNvSpPr>
          <p:nvPr>
            <p:ph type="subTitle" idx="4"/>
          </p:nvPr>
        </p:nvSpPr>
        <p:spPr>
          <a:xfrm>
            <a:off x="809243" y="2330240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Chemical Analysis Automation</a:t>
            </a:r>
            <a:endParaRPr dirty="0"/>
          </a:p>
        </p:txBody>
      </p:sp>
      <p:sp>
        <p:nvSpPr>
          <p:cNvPr id="753" name="Google Shape;753;p47"/>
          <p:cNvSpPr txBox="1">
            <a:spLocks noGrp="1"/>
          </p:cNvSpPr>
          <p:nvPr>
            <p:ph type="subTitle" idx="5"/>
          </p:nvPr>
        </p:nvSpPr>
        <p:spPr>
          <a:xfrm>
            <a:off x="3450746" y="2664563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Molecular Structure Prediction</a:t>
            </a:r>
            <a:endParaRPr dirty="0"/>
          </a:p>
        </p:txBody>
      </p:sp>
      <p:sp>
        <p:nvSpPr>
          <p:cNvPr id="754" name="Google Shape;754;p47"/>
          <p:cNvSpPr txBox="1">
            <a:spLocks noGrp="1"/>
          </p:cNvSpPr>
          <p:nvPr>
            <p:ph type="subTitle" idx="6"/>
          </p:nvPr>
        </p:nvSpPr>
        <p:spPr>
          <a:xfrm>
            <a:off x="6072646" y="2357908"/>
            <a:ext cx="2242500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Drug &amp; Material Development</a:t>
            </a:r>
            <a:endParaRPr dirty="0"/>
          </a:p>
        </p:txBody>
      </p:sp>
      <p:sp>
        <p:nvSpPr>
          <p:cNvPr id="755" name="Google Shape;755;p47"/>
          <p:cNvSpPr/>
          <p:nvPr/>
        </p:nvSpPr>
        <p:spPr>
          <a:xfrm>
            <a:off x="4246623" y="1657494"/>
            <a:ext cx="650748" cy="557800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47"/>
          <p:cNvSpPr/>
          <p:nvPr/>
        </p:nvSpPr>
        <p:spPr>
          <a:xfrm>
            <a:off x="6868522" y="1580820"/>
            <a:ext cx="650748" cy="557800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47"/>
          <p:cNvSpPr/>
          <p:nvPr/>
        </p:nvSpPr>
        <p:spPr>
          <a:xfrm>
            <a:off x="1605119" y="1638670"/>
            <a:ext cx="650748" cy="557800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47"/>
          <p:cNvSpPr/>
          <p:nvPr/>
        </p:nvSpPr>
        <p:spPr>
          <a:xfrm>
            <a:off x="1744460" y="1716800"/>
            <a:ext cx="372066" cy="360203"/>
          </a:xfrm>
          <a:custGeom>
            <a:avLst/>
            <a:gdLst/>
            <a:ahLst/>
            <a:cxnLst/>
            <a:rect l="l" t="t" r="r" b="b"/>
            <a:pathLst>
              <a:path w="12452" h="12055" extrusionOk="0">
                <a:moveTo>
                  <a:pt x="9947" y="6119"/>
                </a:moveTo>
                <a:lnTo>
                  <a:pt x="9947" y="7855"/>
                </a:lnTo>
                <a:cubicBezTo>
                  <a:pt x="9947" y="8005"/>
                  <a:pt x="10041" y="8138"/>
                  <a:pt x="10181" y="8188"/>
                </a:cubicBezTo>
                <a:cubicBezTo>
                  <a:pt x="10700" y="8374"/>
                  <a:pt x="11091" y="8791"/>
                  <a:pt x="11253" y="9300"/>
                </a:cubicBezTo>
                <a:lnTo>
                  <a:pt x="7945" y="9300"/>
                </a:lnTo>
                <a:cubicBezTo>
                  <a:pt x="8105" y="8791"/>
                  <a:pt x="8495" y="8372"/>
                  <a:pt x="9015" y="8188"/>
                </a:cubicBezTo>
                <a:cubicBezTo>
                  <a:pt x="9156" y="8138"/>
                  <a:pt x="9249" y="8005"/>
                  <a:pt x="9249" y="7855"/>
                </a:cubicBezTo>
                <a:lnTo>
                  <a:pt x="9249" y="6119"/>
                </a:lnTo>
                <a:close/>
                <a:moveTo>
                  <a:pt x="2793" y="7415"/>
                </a:moveTo>
                <a:lnTo>
                  <a:pt x="2793" y="8787"/>
                </a:lnTo>
                <a:cubicBezTo>
                  <a:pt x="2792" y="8839"/>
                  <a:pt x="2803" y="8890"/>
                  <a:pt x="2825" y="8936"/>
                </a:cubicBezTo>
                <a:lnTo>
                  <a:pt x="3291" y="9935"/>
                </a:lnTo>
                <a:lnTo>
                  <a:pt x="1587" y="9935"/>
                </a:lnTo>
                <a:lnTo>
                  <a:pt x="2053" y="8936"/>
                </a:lnTo>
                <a:cubicBezTo>
                  <a:pt x="2075" y="8889"/>
                  <a:pt x="2086" y="8839"/>
                  <a:pt x="2086" y="8786"/>
                </a:cubicBezTo>
                <a:lnTo>
                  <a:pt x="2086" y="7415"/>
                </a:lnTo>
                <a:close/>
                <a:moveTo>
                  <a:pt x="3622" y="10640"/>
                </a:moveTo>
                <a:lnTo>
                  <a:pt x="3952" y="11347"/>
                </a:lnTo>
                <a:lnTo>
                  <a:pt x="926" y="11347"/>
                </a:lnTo>
                <a:lnTo>
                  <a:pt x="1257" y="10640"/>
                </a:lnTo>
                <a:close/>
                <a:moveTo>
                  <a:pt x="11324" y="10005"/>
                </a:moveTo>
                <a:cubicBezTo>
                  <a:pt x="11266" y="10574"/>
                  <a:pt x="10937" y="11072"/>
                  <a:pt x="10430" y="11347"/>
                </a:cubicBezTo>
                <a:lnTo>
                  <a:pt x="8765" y="11347"/>
                </a:lnTo>
                <a:cubicBezTo>
                  <a:pt x="8259" y="11071"/>
                  <a:pt x="7929" y="10573"/>
                  <a:pt x="7870" y="10005"/>
                </a:cubicBezTo>
                <a:close/>
                <a:moveTo>
                  <a:pt x="3235" y="0"/>
                </a:moveTo>
                <a:cubicBezTo>
                  <a:pt x="2720" y="0"/>
                  <a:pt x="2205" y="352"/>
                  <a:pt x="2175" y="1054"/>
                </a:cubicBezTo>
                <a:lnTo>
                  <a:pt x="2175" y="6708"/>
                </a:lnTo>
                <a:lnTo>
                  <a:pt x="1441" y="6708"/>
                </a:lnTo>
                <a:cubicBezTo>
                  <a:pt x="1010" y="6721"/>
                  <a:pt x="960" y="7323"/>
                  <a:pt x="1379" y="7409"/>
                </a:cubicBezTo>
                <a:lnTo>
                  <a:pt x="1379" y="8708"/>
                </a:lnTo>
                <a:lnTo>
                  <a:pt x="52" y="11551"/>
                </a:lnTo>
                <a:cubicBezTo>
                  <a:pt x="1" y="11660"/>
                  <a:pt x="10" y="11788"/>
                  <a:pt x="73" y="11890"/>
                </a:cubicBezTo>
                <a:cubicBezTo>
                  <a:pt x="139" y="11993"/>
                  <a:pt x="251" y="12054"/>
                  <a:pt x="372" y="12054"/>
                </a:cubicBezTo>
                <a:lnTo>
                  <a:pt x="4505" y="12054"/>
                </a:lnTo>
                <a:cubicBezTo>
                  <a:pt x="4626" y="12054"/>
                  <a:pt x="4738" y="11993"/>
                  <a:pt x="4803" y="11890"/>
                </a:cubicBezTo>
                <a:cubicBezTo>
                  <a:pt x="4869" y="11788"/>
                  <a:pt x="4877" y="11661"/>
                  <a:pt x="4826" y="11551"/>
                </a:cubicBezTo>
                <a:lnTo>
                  <a:pt x="3499" y="8708"/>
                </a:lnTo>
                <a:lnTo>
                  <a:pt x="3499" y="7409"/>
                </a:lnTo>
                <a:cubicBezTo>
                  <a:pt x="3918" y="7323"/>
                  <a:pt x="3868" y="6719"/>
                  <a:pt x="3435" y="6708"/>
                </a:cubicBezTo>
                <a:lnTo>
                  <a:pt x="2880" y="6708"/>
                </a:lnTo>
                <a:lnTo>
                  <a:pt x="2880" y="1054"/>
                </a:lnTo>
                <a:cubicBezTo>
                  <a:pt x="2890" y="820"/>
                  <a:pt x="3062" y="703"/>
                  <a:pt x="3234" y="703"/>
                </a:cubicBezTo>
                <a:cubicBezTo>
                  <a:pt x="3405" y="703"/>
                  <a:pt x="3577" y="820"/>
                  <a:pt x="3587" y="1054"/>
                </a:cubicBezTo>
                <a:lnTo>
                  <a:pt x="3587" y="4023"/>
                </a:lnTo>
                <a:cubicBezTo>
                  <a:pt x="3617" y="4726"/>
                  <a:pt x="4132" y="5077"/>
                  <a:pt x="4648" y="5077"/>
                </a:cubicBezTo>
                <a:cubicBezTo>
                  <a:pt x="5163" y="5077"/>
                  <a:pt x="5678" y="4726"/>
                  <a:pt x="5706" y="4023"/>
                </a:cubicBezTo>
                <a:lnTo>
                  <a:pt x="5706" y="1054"/>
                </a:lnTo>
                <a:cubicBezTo>
                  <a:pt x="5716" y="820"/>
                  <a:pt x="5888" y="703"/>
                  <a:pt x="6060" y="703"/>
                </a:cubicBezTo>
                <a:cubicBezTo>
                  <a:pt x="6232" y="703"/>
                  <a:pt x="6404" y="820"/>
                  <a:pt x="6413" y="1054"/>
                </a:cubicBezTo>
                <a:lnTo>
                  <a:pt x="6413" y="3316"/>
                </a:lnTo>
                <a:cubicBezTo>
                  <a:pt x="6442" y="4019"/>
                  <a:pt x="6958" y="4370"/>
                  <a:pt x="7473" y="4370"/>
                </a:cubicBezTo>
                <a:cubicBezTo>
                  <a:pt x="7988" y="4370"/>
                  <a:pt x="8504" y="4019"/>
                  <a:pt x="8533" y="3316"/>
                </a:cubicBezTo>
                <a:lnTo>
                  <a:pt x="8533" y="1054"/>
                </a:lnTo>
                <a:cubicBezTo>
                  <a:pt x="8542" y="820"/>
                  <a:pt x="8714" y="703"/>
                  <a:pt x="8886" y="703"/>
                </a:cubicBezTo>
                <a:cubicBezTo>
                  <a:pt x="9058" y="703"/>
                  <a:pt x="9230" y="820"/>
                  <a:pt x="9240" y="1054"/>
                </a:cubicBezTo>
                <a:lnTo>
                  <a:pt x="9240" y="5412"/>
                </a:lnTo>
                <a:lnTo>
                  <a:pt x="8613" y="5412"/>
                </a:lnTo>
                <a:cubicBezTo>
                  <a:pt x="8186" y="5423"/>
                  <a:pt x="8130" y="6017"/>
                  <a:pt x="8543" y="6111"/>
                </a:cubicBezTo>
                <a:lnTo>
                  <a:pt x="8543" y="7620"/>
                </a:lnTo>
                <a:cubicBezTo>
                  <a:pt x="7247" y="8217"/>
                  <a:pt x="6745" y="9934"/>
                  <a:pt x="7536" y="11133"/>
                </a:cubicBezTo>
                <a:cubicBezTo>
                  <a:pt x="7778" y="11513"/>
                  <a:pt x="8120" y="11820"/>
                  <a:pt x="8525" y="12018"/>
                </a:cubicBezTo>
                <a:cubicBezTo>
                  <a:pt x="8574" y="12043"/>
                  <a:pt x="8626" y="12054"/>
                  <a:pt x="8679" y="12054"/>
                </a:cubicBezTo>
                <a:lnTo>
                  <a:pt x="10516" y="12054"/>
                </a:lnTo>
                <a:cubicBezTo>
                  <a:pt x="10569" y="12054"/>
                  <a:pt x="10623" y="12041"/>
                  <a:pt x="10671" y="12018"/>
                </a:cubicBezTo>
                <a:cubicBezTo>
                  <a:pt x="11075" y="11820"/>
                  <a:pt x="11417" y="11513"/>
                  <a:pt x="11659" y="11133"/>
                </a:cubicBezTo>
                <a:cubicBezTo>
                  <a:pt x="12452" y="9934"/>
                  <a:pt x="11950" y="8217"/>
                  <a:pt x="10654" y="7620"/>
                </a:cubicBezTo>
                <a:lnTo>
                  <a:pt x="10654" y="6112"/>
                </a:lnTo>
                <a:cubicBezTo>
                  <a:pt x="11066" y="6016"/>
                  <a:pt x="11010" y="5423"/>
                  <a:pt x="10584" y="5412"/>
                </a:cubicBezTo>
                <a:lnTo>
                  <a:pt x="9947" y="5412"/>
                </a:lnTo>
                <a:lnTo>
                  <a:pt x="9947" y="4259"/>
                </a:lnTo>
                <a:cubicBezTo>
                  <a:pt x="9947" y="3224"/>
                  <a:pt x="10719" y="2328"/>
                  <a:pt x="11742" y="2174"/>
                </a:cubicBezTo>
                <a:cubicBezTo>
                  <a:pt x="12186" y="2089"/>
                  <a:pt x="12110" y="1472"/>
                  <a:pt x="11688" y="1472"/>
                </a:cubicBezTo>
                <a:cubicBezTo>
                  <a:pt x="11672" y="1472"/>
                  <a:pt x="11655" y="1472"/>
                  <a:pt x="11638" y="1474"/>
                </a:cubicBezTo>
                <a:cubicBezTo>
                  <a:pt x="10986" y="1572"/>
                  <a:pt x="10386" y="1899"/>
                  <a:pt x="9947" y="2398"/>
                </a:cubicBezTo>
                <a:lnTo>
                  <a:pt x="9947" y="1054"/>
                </a:lnTo>
                <a:cubicBezTo>
                  <a:pt x="9918" y="352"/>
                  <a:pt x="9402" y="0"/>
                  <a:pt x="8887" y="0"/>
                </a:cubicBezTo>
                <a:cubicBezTo>
                  <a:pt x="8372" y="0"/>
                  <a:pt x="7857" y="352"/>
                  <a:pt x="7828" y="1054"/>
                </a:cubicBezTo>
                <a:lnTo>
                  <a:pt x="7828" y="3316"/>
                </a:lnTo>
                <a:cubicBezTo>
                  <a:pt x="7818" y="3550"/>
                  <a:pt x="7646" y="3667"/>
                  <a:pt x="7475" y="3667"/>
                </a:cubicBezTo>
                <a:cubicBezTo>
                  <a:pt x="7303" y="3667"/>
                  <a:pt x="7131" y="3550"/>
                  <a:pt x="7121" y="3316"/>
                </a:cubicBezTo>
                <a:lnTo>
                  <a:pt x="7121" y="1054"/>
                </a:lnTo>
                <a:cubicBezTo>
                  <a:pt x="7091" y="352"/>
                  <a:pt x="6576" y="0"/>
                  <a:pt x="6061" y="0"/>
                </a:cubicBezTo>
                <a:cubicBezTo>
                  <a:pt x="5545" y="0"/>
                  <a:pt x="5030" y="352"/>
                  <a:pt x="5002" y="1054"/>
                </a:cubicBezTo>
                <a:lnTo>
                  <a:pt x="5002" y="4023"/>
                </a:lnTo>
                <a:cubicBezTo>
                  <a:pt x="4992" y="4257"/>
                  <a:pt x="4820" y="4374"/>
                  <a:pt x="4648" y="4374"/>
                </a:cubicBezTo>
                <a:cubicBezTo>
                  <a:pt x="4476" y="4374"/>
                  <a:pt x="4305" y="4257"/>
                  <a:pt x="4295" y="4023"/>
                </a:cubicBezTo>
                <a:lnTo>
                  <a:pt x="4295" y="1054"/>
                </a:lnTo>
                <a:cubicBezTo>
                  <a:pt x="4266" y="352"/>
                  <a:pt x="3750" y="0"/>
                  <a:pt x="32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9" name="Google Shape;759;p47"/>
          <p:cNvGrpSpPr/>
          <p:nvPr/>
        </p:nvGrpSpPr>
        <p:grpSpPr>
          <a:xfrm>
            <a:off x="7016499" y="1679723"/>
            <a:ext cx="361697" cy="359994"/>
            <a:chOff x="1492036" y="3390010"/>
            <a:chExt cx="361697" cy="359994"/>
          </a:xfrm>
        </p:grpSpPr>
        <p:sp>
          <p:nvSpPr>
            <p:cNvPr id="760" name="Google Shape;760;p47"/>
            <p:cNvSpPr/>
            <p:nvPr/>
          </p:nvSpPr>
          <p:spPr>
            <a:xfrm>
              <a:off x="1492036" y="3390010"/>
              <a:ext cx="361697" cy="359994"/>
            </a:xfrm>
            <a:custGeom>
              <a:avLst/>
              <a:gdLst/>
              <a:ahLst/>
              <a:cxnLst/>
              <a:rect l="l" t="t" r="r" b="b"/>
              <a:pathLst>
                <a:path w="12105" h="12048" extrusionOk="0">
                  <a:moveTo>
                    <a:pt x="6972" y="1268"/>
                  </a:moveTo>
                  <a:lnTo>
                    <a:pt x="8595" y="2205"/>
                  </a:lnTo>
                  <a:lnTo>
                    <a:pt x="8595" y="2631"/>
                  </a:lnTo>
                  <a:lnTo>
                    <a:pt x="7067" y="2631"/>
                  </a:lnTo>
                  <a:cubicBezTo>
                    <a:pt x="6872" y="2631"/>
                    <a:pt x="6713" y="2787"/>
                    <a:pt x="6713" y="2984"/>
                  </a:cubicBezTo>
                  <a:lnTo>
                    <a:pt x="6713" y="3360"/>
                  </a:lnTo>
                  <a:lnTo>
                    <a:pt x="5348" y="3360"/>
                  </a:lnTo>
                  <a:lnTo>
                    <a:pt x="5348" y="2205"/>
                  </a:lnTo>
                  <a:lnTo>
                    <a:pt x="6972" y="1268"/>
                  </a:lnTo>
                  <a:close/>
                  <a:moveTo>
                    <a:pt x="9327" y="3338"/>
                  </a:moveTo>
                  <a:lnTo>
                    <a:pt x="9327" y="4045"/>
                  </a:lnTo>
                  <a:lnTo>
                    <a:pt x="7420" y="4045"/>
                  </a:lnTo>
                  <a:lnTo>
                    <a:pt x="7420" y="3338"/>
                  </a:lnTo>
                  <a:close/>
                  <a:moveTo>
                    <a:pt x="3016" y="1269"/>
                  </a:moveTo>
                  <a:lnTo>
                    <a:pt x="4640" y="2206"/>
                  </a:lnTo>
                  <a:lnTo>
                    <a:pt x="4640" y="4082"/>
                  </a:lnTo>
                  <a:lnTo>
                    <a:pt x="3016" y="5019"/>
                  </a:lnTo>
                  <a:lnTo>
                    <a:pt x="1393" y="4082"/>
                  </a:lnTo>
                  <a:lnTo>
                    <a:pt x="1393" y="2206"/>
                  </a:lnTo>
                  <a:lnTo>
                    <a:pt x="3016" y="1269"/>
                  </a:lnTo>
                  <a:close/>
                  <a:moveTo>
                    <a:pt x="4641" y="4932"/>
                  </a:moveTo>
                  <a:lnTo>
                    <a:pt x="4641" y="8206"/>
                  </a:lnTo>
                  <a:lnTo>
                    <a:pt x="3430" y="7507"/>
                  </a:lnTo>
                  <a:lnTo>
                    <a:pt x="3430" y="5632"/>
                  </a:lnTo>
                  <a:lnTo>
                    <a:pt x="4641" y="4932"/>
                  </a:lnTo>
                  <a:close/>
                  <a:moveTo>
                    <a:pt x="11398" y="4068"/>
                  </a:moveTo>
                  <a:lnTo>
                    <a:pt x="11398" y="11343"/>
                  </a:lnTo>
                  <a:lnTo>
                    <a:pt x="5348" y="11343"/>
                  </a:lnTo>
                  <a:lnTo>
                    <a:pt x="5348" y="4068"/>
                  </a:lnTo>
                  <a:lnTo>
                    <a:pt x="6713" y="4068"/>
                  </a:lnTo>
                  <a:lnTo>
                    <a:pt x="6713" y="4398"/>
                  </a:lnTo>
                  <a:cubicBezTo>
                    <a:pt x="6713" y="4592"/>
                    <a:pt x="6870" y="4751"/>
                    <a:pt x="7067" y="4751"/>
                  </a:cubicBezTo>
                  <a:lnTo>
                    <a:pt x="9680" y="4751"/>
                  </a:lnTo>
                  <a:cubicBezTo>
                    <a:pt x="9875" y="4751"/>
                    <a:pt x="10033" y="4593"/>
                    <a:pt x="10033" y="4398"/>
                  </a:cubicBezTo>
                  <a:lnTo>
                    <a:pt x="10033" y="4068"/>
                  </a:lnTo>
                  <a:close/>
                  <a:moveTo>
                    <a:pt x="3017" y="0"/>
                  </a:moveTo>
                  <a:cubicBezTo>
                    <a:pt x="2846" y="0"/>
                    <a:pt x="2674" y="118"/>
                    <a:pt x="2664" y="352"/>
                  </a:cubicBezTo>
                  <a:lnTo>
                    <a:pt x="2664" y="656"/>
                  </a:lnTo>
                  <a:lnTo>
                    <a:pt x="862" y="1695"/>
                  </a:lnTo>
                  <a:cubicBezTo>
                    <a:pt x="754" y="1758"/>
                    <a:pt x="686" y="1875"/>
                    <a:pt x="686" y="2002"/>
                  </a:cubicBezTo>
                  <a:lnTo>
                    <a:pt x="686" y="4093"/>
                  </a:lnTo>
                  <a:lnTo>
                    <a:pt x="210" y="4408"/>
                  </a:lnTo>
                  <a:cubicBezTo>
                    <a:pt x="47" y="4515"/>
                    <a:pt x="1" y="4734"/>
                    <a:pt x="108" y="4896"/>
                  </a:cubicBezTo>
                  <a:cubicBezTo>
                    <a:pt x="176" y="5000"/>
                    <a:pt x="289" y="5056"/>
                    <a:pt x="404" y="5056"/>
                  </a:cubicBezTo>
                  <a:cubicBezTo>
                    <a:pt x="471" y="5056"/>
                    <a:pt x="538" y="5037"/>
                    <a:pt x="598" y="4998"/>
                  </a:cubicBezTo>
                  <a:lnTo>
                    <a:pt x="1051" y="4700"/>
                  </a:lnTo>
                  <a:lnTo>
                    <a:pt x="2723" y="5665"/>
                  </a:lnTo>
                  <a:lnTo>
                    <a:pt x="2723" y="7544"/>
                  </a:lnTo>
                  <a:lnTo>
                    <a:pt x="1451" y="8603"/>
                  </a:lnTo>
                  <a:cubicBezTo>
                    <a:pt x="1302" y="8727"/>
                    <a:pt x="1281" y="8949"/>
                    <a:pt x="1405" y="9099"/>
                  </a:cubicBezTo>
                  <a:cubicBezTo>
                    <a:pt x="1476" y="9184"/>
                    <a:pt x="1576" y="9227"/>
                    <a:pt x="1677" y="9227"/>
                  </a:cubicBezTo>
                  <a:cubicBezTo>
                    <a:pt x="1757" y="9227"/>
                    <a:pt x="1836" y="9200"/>
                    <a:pt x="1902" y="9146"/>
                  </a:cubicBezTo>
                  <a:lnTo>
                    <a:pt x="3113" y="8139"/>
                  </a:lnTo>
                  <a:lnTo>
                    <a:pt x="4640" y="9021"/>
                  </a:lnTo>
                  <a:lnTo>
                    <a:pt x="4640" y="11694"/>
                  </a:lnTo>
                  <a:cubicBezTo>
                    <a:pt x="4640" y="11889"/>
                    <a:pt x="4797" y="12048"/>
                    <a:pt x="4993" y="12048"/>
                  </a:cubicBezTo>
                  <a:lnTo>
                    <a:pt x="11750" y="12048"/>
                  </a:lnTo>
                  <a:cubicBezTo>
                    <a:pt x="11945" y="12048"/>
                    <a:pt x="12104" y="11891"/>
                    <a:pt x="12104" y="11694"/>
                  </a:cubicBezTo>
                  <a:lnTo>
                    <a:pt x="12104" y="3713"/>
                  </a:lnTo>
                  <a:cubicBezTo>
                    <a:pt x="12105" y="3520"/>
                    <a:pt x="11946" y="3361"/>
                    <a:pt x="11751" y="3361"/>
                  </a:cubicBezTo>
                  <a:lnTo>
                    <a:pt x="10033" y="3361"/>
                  </a:lnTo>
                  <a:lnTo>
                    <a:pt x="10033" y="2985"/>
                  </a:lnTo>
                  <a:cubicBezTo>
                    <a:pt x="10033" y="2790"/>
                    <a:pt x="9876" y="2632"/>
                    <a:pt x="9680" y="2632"/>
                  </a:cubicBezTo>
                  <a:lnTo>
                    <a:pt x="9302" y="2632"/>
                  </a:lnTo>
                  <a:lnTo>
                    <a:pt x="9302" y="2002"/>
                  </a:lnTo>
                  <a:cubicBezTo>
                    <a:pt x="9302" y="1875"/>
                    <a:pt x="9234" y="1758"/>
                    <a:pt x="9126" y="1695"/>
                  </a:cubicBezTo>
                  <a:lnTo>
                    <a:pt x="7149" y="553"/>
                  </a:lnTo>
                  <a:cubicBezTo>
                    <a:pt x="7094" y="522"/>
                    <a:pt x="7033" y="506"/>
                    <a:pt x="6972" y="506"/>
                  </a:cubicBezTo>
                  <a:cubicBezTo>
                    <a:pt x="6911" y="506"/>
                    <a:pt x="6850" y="522"/>
                    <a:pt x="6795" y="553"/>
                  </a:cubicBezTo>
                  <a:lnTo>
                    <a:pt x="4994" y="1593"/>
                  </a:lnTo>
                  <a:lnTo>
                    <a:pt x="3371" y="656"/>
                  </a:lnTo>
                  <a:lnTo>
                    <a:pt x="3371" y="352"/>
                  </a:lnTo>
                  <a:cubicBezTo>
                    <a:pt x="3361" y="118"/>
                    <a:pt x="3189" y="0"/>
                    <a:pt x="30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1697371" y="3553006"/>
              <a:ext cx="89760" cy="21155"/>
            </a:xfrm>
            <a:custGeom>
              <a:avLst/>
              <a:gdLst/>
              <a:ahLst/>
              <a:cxnLst/>
              <a:rect l="l" t="t" r="r" b="b"/>
              <a:pathLst>
                <a:path w="3004" h="708" extrusionOk="0">
                  <a:moveTo>
                    <a:pt x="468" y="1"/>
                  </a:moveTo>
                  <a:cubicBezTo>
                    <a:pt x="0" y="20"/>
                    <a:pt x="0" y="690"/>
                    <a:pt x="468" y="708"/>
                  </a:cubicBezTo>
                  <a:lnTo>
                    <a:pt x="2535" y="708"/>
                  </a:lnTo>
                  <a:cubicBezTo>
                    <a:pt x="3004" y="689"/>
                    <a:pt x="3004" y="20"/>
                    <a:pt x="2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1669433" y="3595256"/>
              <a:ext cx="145516" cy="21155"/>
            </a:xfrm>
            <a:custGeom>
              <a:avLst/>
              <a:gdLst/>
              <a:ahLst/>
              <a:cxnLst/>
              <a:rect l="l" t="t" r="r" b="b"/>
              <a:pathLst>
                <a:path w="4870" h="708" extrusionOk="0">
                  <a:moveTo>
                    <a:pt x="470" y="0"/>
                  </a:moveTo>
                  <a:cubicBezTo>
                    <a:pt x="1" y="20"/>
                    <a:pt x="1" y="689"/>
                    <a:pt x="470" y="707"/>
                  </a:cubicBezTo>
                  <a:lnTo>
                    <a:pt x="4401" y="707"/>
                  </a:lnTo>
                  <a:cubicBezTo>
                    <a:pt x="4870" y="689"/>
                    <a:pt x="4870" y="20"/>
                    <a:pt x="4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1669463" y="3637476"/>
              <a:ext cx="145516" cy="21125"/>
            </a:xfrm>
            <a:custGeom>
              <a:avLst/>
              <a:gdLst/>
              <a:ahLst/>
              <a:cxnLst/>
              <a:rect l="l" t="t" r="r" b="b"/>
              <a:pathLst>
                <a:path w="4870" h="707" extrusionOk="0">
                  <a:moveTo>
                    <a:pt x="470" y="0"/>
                  </a:moveTo>
                  <a:cubicBezTo>
                    <a:pt x="1" y="19"/>
                    <a:pt x="1" y="687"/>
                    <a:pt x="470" y="707"/>
                  </a:cubicBezTo>
                  <a:lnTo>
                    <a:pt x="4402" y="707"/>
                  </a:lnTo>
                  <a:cubicBezTo>
                    <a:pt x="4870" y="687"/>
                    <a:pt x="4870" y="18"/>
                    <a:pt x="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1669463" y="3679667"/>
              <a:ext cx="145516" cy="21155"/>
            </a:xfrm>
            <a:custGeom>
              <a:avLst/>
              <a:gdLst/>
              <a:ahLst/>
              <a:cxnLst/>
              <a:rect l="l" t="t" r="r" b="b"/>
              <a:pathLst>
                <a:path w="4870" h="708" extrusionOk="0">
                  <a:moveTo>
                    <a:pt x="470" y="1"/>
                  </a:moveTo>
                  <a:cubicBezTo>
                    <a:pt x="1" y="20"/>
                    <a:pt x="1" y="688"/>
                    <a:pt x="470" y="707"/>
                  </a:cubicBezTo>
                  <a:lnTo>
                    <a:pt x="4402" y="707"/>
                  </a:lnTo>
                  <a:cubicBezTo>
                    <a:pt x="4870" y="688"/>
                    <a:pt x="4870" y="18"/>
                    <a:pt x="4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5" name="Google Shape;765;p47"/>
          <p:cNvSpPr/>
          <p:nvPr/>
        </p:nvSpPr>
        <p:spPr>
          <a:xfrm>
            <a:off x="4416501" y="1775294"/>
            <a:ext cx="310991" cy="360203"/>
          </a:xfrm>
          <a:custGeom>
            <a:avLst/>
            <a:gdLst/>
            <a:ahLst/>
            <a:cxnLst/>
            <a:rect l="l" t="t" r="r" b="b"/>
            <a:pathLst>
              <a:path w="10408" h="12055" extrusionOk="0">
                <a:moveTo>
                  <a:pt x="9323" y="1293"/>
                </a:moveTo>
                <a:cubicBezTo>
                  <a:pt x="9453" y="2105"/>
                  <a:pt x="9427" y="2910"/>
                  <a:pt x="9254" y="3671"/>
                </a:cubicBezTo>
                <a:lnTo>
                  <a:pt x="6946" y="3671"/>
                </a:lnTo>
                <a:lnTo>
                  <a:pt x="9323" y="1293"/>
                </a:lnTo>
                <a:close/>
                <a:moveTo>
                  <a:pt x="7803" y="712"/>
                </a:moveTo>
                <a:cubicBezTo>
                  <a:pt x="8140" y="712"/>
                  <a:pt x="8482" y="739"/>
                  <a:pt x="8825" y="794"/>
                </a:cubicBezTo>
                <a:lnTo>
                  <a:pt x="5845" y="3773"/>
                </a:lnTo>
                <a:lnTo>
                  <a:pt x="4370" y="5249"/>
                </a:lnTo>
                <a:lnTo>
                  <a:pt x="4236" y="1901"/>
                </a:lnTo>
                <a:cubicBezTo>
                  <a:pt x="5243" y="1122"/>
                  <a:pt x="6489" y="712"/>
                  <a:pt x="7803" y="712"/>
                </a:cubicBezTo>
                <a:close/>
                <a:moveTo>
                  <a:pt x="9625" y="6514"/>
                </a:moveTo>
                <a:cubicBezTo>
                  <a:pt x="9589" y="6761"/>
                  <a:pt x="9533" y="6996"/>
                  <a:pt x="9456" y="7214"/>
                </a:cubicBezTo>
                <a:lnTo>
                  <a:pt x="7227" y="7214"/>
                </a:lnTo>
                <a:cubicBezTo>
                  <a:pt x="7151" y="6996"/>
                  <a:pt x="7095" y="6761"/>
                  <a:pt x="7058" y="6514"/>
                </a:cubicBezTo>
                <a:close/>
                <a:moveTo>
                  <a:pt x="3554" y="2525"/>
                </a:moveTo>
                <a:lnTo>
                  <a:pt x="3691" y="5927"/>
                </a:lnTo>
                <a:lnTo>
                  <a:pt x="2120" y="7497"/>
                </a:lnTo>
                <a:cubicBezTo>
                  <a:pt x="1823" y="5643"/>
                  <a:pt x="2340" y="3834"/>
                  <a:pt x="3554" y="2525"/>
                </a:cubicBezTo>
                <a:close/>
                <a:moveTo>
                  <a:pt x="9044" y="4377"/>
                </a:moveTo>
                <a:cubicBezTo>
                  <a:pt x="8857" y="4886"/>
                  <a:pt x="8599" y="5367"/>
                  <a:pt x="8271" y="5808"/>
                </a:cubicBezTo>
                <a:lnTo>
                  <a:pt x="7012" y="5808"/>
                </a:lnTo>
                <a:lnTo>
                  <a:pt x="7012" y="5782"/>
                </a:lnTo>
                <a:cubicBezTo>
                  <a:pt x="7016" y="5588"/>
                  <a:pt x="6861" y="5427"/>
                  <a:pt x="6665" y="5423"/>
                </a:cubicBezTo>
                <a:cubicBezTo>
                  <a:pt x="6662" y="5423"/>
                  <a:pt x="6660" y="5423"/>
                  <a:pt x="6657" y="5423"/>
                </a:cubicBezTo>
                <a:cubicBezTo>
                  <a:pt x="6466" y="5423"/>
                  <a:pt x="6309" y="5576"/>
                  <a:pt x="6305" y="5770"/>
                </a:cubicBezTo>
                <a:cubicBezTo>
                  <a:pt x="6294" y="6324"/>
                  <a:pt x="6375" y="6878"/>
                  <a:pt x="6523" y="7342"/>
                </a:cubicBezTo>
                <a:cubicBezTo>
                  <a:pt x="5651" y="7831"/>
                  <a:pt x="4666" y="8080"/>
                  <a:pt x="3643" y="8080"/>
                </a:cubicBezTo>
                <a:cubicBezTo>
                  <a:pt x="3305" y="8080"/>
                  <a:pt x="2962" y="8053"/>
                  <a:pt x="2618" y="7998"/>
                </a:cubicBezTo>
                <a:lnTo>
                  <a:pt x="6239" y="4377"/>
                </a:lnTo>
                <a:close/>
                <a:moveTo>
                  <a:pt x="9092" y="7919"/>
                </a:moveTo>
                <a:cubicBezTo>
                  <a:pt x="8868" y="8227"/>
                  <a:pt x="8605" y="8381"/>
                  <a:pt x="8342" y="8381"/>
                </a:cubicBezTo>
                <a:cubicBezTo>
                  <a:pt x="8079" y="8381"/>
                  <a:pt x="7815" y="8227"/>
                  <a:pt x="7591" y="7919"/>
                </a:cubicBezTo>
                <a:close/>
                <a:moveTo>
                  <a:pt x="8342" y="9092"/>
                </a:moveTo>
                <a:cubicBezTo>
                  <a:pt x="8604" y="9092"/>
                  <a:pt x="8867" y="9245"/>
                  <a:pt x="9090" y="9551"/>
                </a:cubicBezTo>
                <a:lnTo>
                  <a:pt x="7594" y="9551"/>
                </a:lnTo>
                <a:cubicBezTo>
                  <a:pt x="7817" y="9245"/>
                  <a:pt x="8080" y="9092"/>
                  <a:pt x="8342" y="9092"/>
                </a:cubicBezTo>
                <a:close/>
                <a:moveTo>
                  <a:pt x="9456" y="10258"/>
                </a:moveTo>
                <a:cubicBezTo>
                  <a:pt x="9533" y="10475"/>
                  <a:pt x="9589" y="10713"/>
                  <a:pt x="9625" y="10960"/>
                </a:cubicBezTo>
                <a:lnTo>
                  <a:pt x="7059" y="10960"/>
                </a:lnTo>
                <a:cubicBezTo>
                  <a:pt x="7095" y="10713"/>
                  <a:pt x="7151" y="10475"/>
                  <a:pt x="7228" y="10258"/>
                </a:cubicBezTo>
                <a:close/>
                <a:moveTo>
                  <a:pt x="7838" y="0"/>
                </a:moveTo>
                <a:cubicBezTo>
                  <a:pt x="4927" y="0"/>
                  <a:pt x="2227" y="1881"/>
                  <a:pt x="1525" y="4866"/>
                </a:cubicBezTo>
                <a:cubicBezTo>
                  <a:pt x="1273" y="5904"/>
                  <a:pt x="1270" y="7018"/>
                  <a:pt x="1517" y="8098"/>
                </a:cubicBezTo>
                <a:lnTo>
                  <a:pt x="138" y="9477"/>
                </a:lnTo>
                <a:cubicBezTo>
                  <a:pt x="0" y="9615"/>
                  <a:pt x="0" y="9839"/>
                  <a:pt x="138" y="9977"/>
                </a:cubicBezTo>
                <a:cubicBezTo>
                  <a:pt x="207" y="10046"/>
                  <a:pt x="298" y="10081"/>
                  <a:pt x="388" y="10081"/>
                </a:cubicBezTo>
                <a:cubicBezTo>
                  <a:pt x="479" y="10081"/>
                  <a:pt x="569" y="10046"/>
                  <a:pt x="638" y="9977"/>
                </a:cubicBezTo>
                <a:lnTo>
                  <a:pt x="2017" y="8598"/>
                </a:lnTo>
                <a:cubicBezTo>
                  <a:pt x="2541" y="8721"/>
                  <a:pt x="3081" y="8782"/>
                  <a:pt x="3621" y="8782"/>
                </a:cubicBezTo>
                <a:cubicBezTo>
                  <a:pt x="4730" y="8782"/>
                  <a:pt x="5838" y="8522"/>
                  <a:pt x="6801" y="7994"/>
                </a:cubicBezTo>
                <a:cubicBezTo>
                  <a:pt x="6969" y="8298"/>
                  <a:pt x="7171" y="8551"/>
                  <a:pt x="7401" y="8737"/>
                </a:cubicBezTo>
                <a:cubicBezTo>
                  <a:pt x="6729" y="9268"/>
                  <a:pt x="6277" y="10439"/>
                  <a:pt x="6308" y="11704"/>
                </a:cubicBezTo>
                <a:cubicBezTo>
                  <a:pt x="6311" y="11897"/>
                  <a:pt x="6470" y="12051"/>
                  <a:pt x="6662" y="12051"/>
                </a:cubicBezTo>
                <a:cubicBezTo>
                  <a:pt x="6664" y="12051"/>
                  <a:pt x="6666" y="12051"/>
                  <a:pt x="6668" y="12051"/>
                </a:cubicBezTo>
                <a:cubicBezTo>
                  <a:pt x="6862" y="12047"/>
                  <a:pt x="7017" y="11888"/>
                  <a:pt x="7015" y="11692"/>
                </a:cubicBezTo>
                <a:lnTo>
                  <a:pt x="7015" y="11666"/>
                </a:lnTo>
                <a:lnTo>
                  <a:pt x="9673" y="11666"/>
                </a:lnTo>
                <a:lnTo>
                  <a:pt x="9673" y="11694"/>
                </a:lnTo>
                <a:cubicBezTo>
                  <a:pt x="9669" y="11889"/>
                  <a:pt x="9824" y="12050"/>
                  <a:pt x="10018" y="12054"/>
                </a:cubicBezTo>
                <a:cubicBezTo>
                  <a:pt x="10020" y="12055"/>
                  <a:pt x="10022" y="12055"/>
                  <a:pt x="10024" y="12055"/>
                </a:cubicBezTo>
                <a:cubicBezTo>
                  <a:pt x="10216" y="12055"/>
                  <a:pt x="10375" y="11901"/>
                  <a:pt x="10378" y="11708"/>
                </a:cubicBezTo>
                <a:cubicBezTo>
                  <a:pt x="10408" y="10443"/>
                  <a:pt x="9956" y="9268"/>
                  <a:pt x="9282" y="8737"/>
                </a:cubicBezTo>
                <a:cubicBezTo>
                  <a:pt x="9956" y="8205"/>
                  <a:pt x="10408" y="7030"/>
                  <a:pt x="10376" y="5765"/>
                </a:cubicBezTo>
                <a:cubicBezTo>
                  <a:pt x="10372" y="5573"/>
                  <a:pt x="10216" y="5418"/>
                  <a:pt x="10026" y="5418"/>
                </a:cubicBezTo>
                <a:cubicBezTo>
                  <a:pt x="10023" y="5418"/>
                  <a:pt x="10019" y="5419"/>
                  <a:pt x="10016" y="5419"/>
                </a:cubicBezTo>
                <a:cubicBezTo>
                  <a:pt x="9822" y="5423"/>
                  <a:pt x="9666" y="5584"/>
                  <a:pt x="9670" y="5778"/>
                </a:cubicBezTo>
                <a:lnTo>
                  <a:pt x="9670" y="5807"/>
                </a:lnTo>
                <a:lnTo>
                  <a:pt x="9126" y="5807"/>
                </a:lnTo>
                <a:cubicBezTo>
                  <a:pt x="10109" y="4254"/>
                  <a:pt x="10344" y="2290"/>
                  <a:pt x="9876" y="492"/>
                </a:cubicBezTo>
                <a:cubicBezTo>
                  <a:pt x="9844" y="368"/>
                  <a:pt x="9747" y="271"/>
                  <a:pt x="9623" y="239"/>
                </a:cubicBezTo>
                <a:cubicBezTo>
                  <a:pt x="9029" y="78"/>
                  <a:pt x="8429" y="0"/>
                  <a:pt x="783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3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6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chemistry and Biomolecules - Science - 9th grade by Slidesgo">
  <a:themeElements>
    <a:clrScheme name="Simple Light">
      <a:dk1>
        <a:srgbClr val="383030"/>
      </a:dk1>
      <a:lt1>
        <a:srgbClr val="D8E7D8"/>
      </a:lt1>
      <a:dk2>
        <a:srgbClr val="FEFEFE"/>
      </a:dk2>
      <a:lt2>
        <a:srgbClr val="F7F2E9"/>
      </a:lt2>
      <a:accent1>
        <a:srgbClr val="A1A48F"/>
      </a:accent1>
      <a:accent2>
        <a:srgbClr val="5A6B47"/>
      </a:accent2>
      <a:accent3>
        <a:srgbClr val="004717"/>
      </a:accent3>
      <a:accent4>
        <a:srgbClr val="BB945E"/>
      </a:accent4>
      <a:accent5>
        <a:srgbClr val="6D563C"/>
      </a:accent5>
      <a:accent6>
        <a:srgbClr val="FFFFFF"/>
      </a:accent6>
      <a:hlink>
        <a:srgbClr val="3830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539</Words>
  <Application>Microsoft Office PowerPoint</Application>
  <PresentationFormat>On-screen Show (16:9)</PresentationFormat>
  <Paragraphs>128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Albert Sans</vt:lpstr>
      <vt:lpstr>Algerian</vt:lpstr>
      <vt:lpstr>Questrial</vt:lpstr>
      <vt:lpstr>Albert Sans Light</vt:lpstr>
      <vt:lpstr>Nunito Light</vt:lpstr>
      <vt:lpstr>Anaheim</vt:lpstr>
      <vt:lpstr>Arial</vt:lpstr>
      <vt:lpstr>Bahnschrift SemiBold</vt:lpstr>
      <vt:lpstr>Biochemistry and Biomolecules - Science - 9th grade by Slidesgo</vt:lpstr>
      <vt:lpstr>AI   in Chemistry</vt:lpstr>
      <vt:lpstr>PowerPoint Presentation</vt:lpstr>
      <vt:lpstr>Team:   The Atomic Thinkers</vt:lpstr>
      <vt:lpstr>Our team</vt:lpstr>
      <vt:lpstr>Table of contents</vt:lpstr>
      <vt:lpstr>Introduction</vt:lpstr>
      <vt:lpstr>What is AI?</vt:lpstr>
      <vt:lpstr>Why AI in Chemistry?</vt:lpstr>
      <vt:lpstr>Advantages of AI in Chemistry</vt:lpstr>
      <vt:lpstr>200,000,000</vt:lpstr>
      <vt:lpstr>Applications of AI in Chemistry</vt:lpstr>
      <vt:lpstr>Areas Where AI is Used in Chemistry</vt:lpstr>
      <vt:lpstr>AI in Drug   Discovery</vt:lpstr>
      <vt:lpstr>AI in Drug Discovery</vt:lpstr>
      <vt:lpstr>AI in Chemical Reaction &amp; Structure Prediction</vt:lpstr>
      <vt:lpstr>AI in Chemical Reaction Prediction? </vt:lpstr>
      <vt:lpstr>AI for Molecular Structure</vt:lpstr>
      <vt:lpstr>AI in Laboratory Automation</vt:lpstr>
      <vt:lpstr>AI in Lab Automation</vt:lpstr>
      <vt:lpstr>AI in Material Science</vt:lpstr>
      <vt:lpstr>AI in Material Science </vt:lpstr>
      <vt:lpstr>AI’s primary Impact Areas in Chemistry</vt:lpstr>
      <vt:lpstr>Conclusion</vt:lpstr>
      <vt:lpstr>Summary </vt:lpstr>
      <vt:lpstr>PowerPoint Presentation</vt:lpstr>
      <vt:lpstr>Final Thoughts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  in Chemistry</dc:title>
  <cp:lastModifiedBy>Microsoft account</cp:lastModifiedBy>
  <cp:revision>25</cp:revision>
  <dcterms:modified xsi:type="dcterms:W3CDTF">2025-11-17T14:04:09Z</dcterms:modified>
</cp:coreProperties>
</file>